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2" r:id="rId1"/>
    <p:sldMasterId id="2147483648" r:id="rId2"/>
  </p:sldMasterIdLst>
  <p:notesMasterIdLst>
    <p:notesMasterId r:id="rId18"/>
  </p:notesMasterIdLst>
  <p:sldIdLst>
    <p:sldId id="259" r:id="rId3"/>
    <p:sldId id="2561" r:id="rId4"/>
    <p:sldId id="272" r:id="rId5"/>
    <p:sldId id="2571" r:id="rId6"/>
    <p:sldId id="2577" r:id="rId7"/>
    <p:sldId id="2572" r:id="rId8"/>
    <p:sldId id="2565" r:id="rId9"/>
    <p:sldId id="2578" r:id="rId10"/>
    <p:sldId id="2566" r:id="rId11"/>
    <p:sldId id="2574" r:id="rId12"/>
    <p:sldId id="2568" r:id="rId13"/>
    <p:sldId id="2579" r:id="rId14"/>
    <p:sldId id="2569" r:id="rId15"/>
    <p:sldId id="2570" r:id="rId16"/>
    <p:sldId id="257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geniería de Software – Experiencia 1: Caso Biblioteca" id="{A6E01CEA-28A2-4D39-8AB3-826405DB7D68}">
          <p14:sldIdLst>
            <p14:sldId id="259"/>
            <p14:sldId id="2561"/>
            <p14:sldId id="272"/>
          </p14:sldIdLst>
        </p14:section>
        <p14:section name="Plantilla académica del caso Biblioteca" id="{06C4EF4C-DF30-41B1-853D-6A227A2EDD04}">
          <p14:sldIdLst>
            <p14:sldId id="2571"/>
            <p14:sldId id="2577"/>
            <p14:sldId id="2572"/>
            <p14:sldId id="2565"/>
            <p14:sldId id="2578"/>
            <p14:sldId id="2566"/>
            <p14:sldId id="2574"/>
            <p14:sldId id="2568"/>
            <p14:sldId id="2579"/>
            <p14:sldId id="2569"/>
            <p14:sldId id="2570"/>
            <p14:sldId id="25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5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8BF8B7-0A95-8244-B22A-F2C6D28927ED}" v="3" dt="2026-04-13T06:08:42.181"/>
    <p1510:client id="{5A21D086-39B8-7C07-951D-5351B0C18084}" v="4" dt="2026-04-14T12:53:26.736"/>
    <p1510:client id="{DBCEFE2A-3FE4-8E82-4FFE-EAC3394DF244}" v="2481" dt="2026-04-13T05:52:14.456"/>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Estilo claro 1 - Acento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1644"/>
  </p:normalViewPr>
  <p:slideViewPr>
    <p:cSldViewPr snapToGrid="0">
      <p:cViewPr varScale="1">
        <p:scale>
          <a:sx n="89" d="100"/>
          <a:sy n="89" d="100"/>
        </p:scale>
        <p:origin x="197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D59536-A18A-4291-B96C-0E8635D6F138}" type="datetimeFigureOut">
              <a:t>24/05/2026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99E4CE-A8A2-4688-9F1E-D10024100FEE}" type="slidenum">
              <a:t>‹Nº›</a:t>
            </a:fld>
            <a:endParaRPr lang="en-US"/>
          </a:p>
        </p:txBody>
      </p:sp>
    </p:spTree>
    <p:extLst>
      <p:ext uri="{BB962C8B-B14F-4D97-AF65-F5344CB8AC3E}">
        <p14:creationId xmlns:p14="http://schemas.microsoft.com/office/powerpoint/2010/main" val="3399409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El contenido generado por IA puede ser incorrecto.
---
</a:t>
            </a:r>
          </a:p>
        </p:txBody>
      </p:sp>
      <p:sp>
        <p:nvSpPr>
          <p:cNvPr id="4" name="Slide Number Placeholder 3"/>
          <p:cNvSpPr>
            <a:spLocks noGrp="1"/>
          </p:cNvSpPr>
          <p:nvPr>
            <p:ph type="sldNum" sz="quarter" idx="5"/>
          </p:nvPr>
        </p:nvSpPr>
        <p:spPr/>
        <p:txBody>
          <a:bodyPr/>
          <a:lstStyle/>
          <a:p>
            <a:fld id="{A5259320-5C66-4221-BE1C-6C37DA19B4BD}" type="slidenum">
              <a:t>2</a:t>
            </a:fld>
            <a:endParaRPr lang="en-US"/>
          </a:p>
        </p:txBody>
      </p:sp>
    </p:spTree>
    <p:extLst>
      <p:ext uri="{BB962C8B-B14F-4D97-AF65-F5344CB8AC3E}">
        <p14:creationId xmlns:p14="http://schemas.microsoft.com/office/powerpoint/2010/main" val="6951387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El alcance del sistema define claramente los límites de la solución propuesta y evita ambigüedades durante el desarrollo del proyecto. En el Caso Biblioteca, esta diapositiva debe especificar qué funcionalidades serán incluidas y cuáles quedarán explícitamente fuera del sistema, estableciendo expectativas realistas tanto para el cliente como para el equipo de desarrollo. En primer lugar, se describe qué hará el sistema, por ejemplo: gestionar usuarios (registro, modificación y desactivación), administrar préstamos y devoluciones de libros, permitir la consulta del catálogo en línea y generar reportes básicos para la gestión. En segundo lugar, se debe indicar qué no hará el sistema, como por ejemplo la gestión de compras de libros, la administración financiera de la biblioteca o la integración con sistemas externos complejos, si estos no forman parte del proyecto. También es fundamental identificar los usuarios involucrados, tales como bibliotecario, estudiante y administrador, ya que estos actores condicionan los requerimientos funcionales y los flujos de uso. Adicionalmente, se pueden mencionar los módulos iniciales del sistema, organizando las funcionalidades de manera estructurada. Se sugiere representar este alcance mediante un diagrama de árbol de funciones, que muestre visualmente cómo se descomponen las funcionalidades principales en subfunciones. Desde el punto de vista académico, una definición clara del alcance demuestra capacidad de análisis, orden conceptual y comprensión de la complejidad del sistema, aspectos altamente valorados en la rúbrica de evaluación. Un alcance bien definido reduce riesgos, facilita la planificación y contribuye al éxito del proyecto de software.</a:t>
            </a:r>
          </a:p>
        </p:txBody>
      </p:sp>
      <p:sp>
        <p:nvSpPr>
          <p:cNvPr id="4" name="Slide Number Placeholder 3"/>
          <p:cNvSpPr>
            <a:spLocks noGrp="1"/>
          </p:cNvSpPr>
          <p:nvPr>
            <p:ph type="sldNum" sz="quarter" idx="5"/>
          </p:nvPr>
        </p:nvSpPr>
        <p:spPr/>
        <p:txBody>
          <a:bodyPr/>
          <a:lstStyle/>
          <a:p>
            <a:fld id="{A5259320-5C66-4221-BE1C-6C37DA19B4BD}" type="slidenum">
              <a:t>7</a:t>
            </a:fld>
            <a:endParaRPr lang="en-US"/>
          </a:p>
        </p:txBody>
      </p:sp>
    </p:spTree>
    <p:extLst>
      <p:ext uri="{BB962C8B-B14F-4D97-AF65-F5344CB8AC3E}">
        <p14:creationId xmlns:p14="http://schemas.microsoft.com/office/powerpoint/2010/main" val="4145039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03B09-77EE-9452-93F3-6E21B940A9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D9FF76-9D9E-26D6-30FA-FA6688700C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07146E-E470-9AAF-AFEC-BAA86BC5B356}"/>
              </a:ext>
            </a:extLst>
          </p:cNvPr>
          <p:cNvSpPr>
            <a:spLocks noGrp="1"/>
          </p:cNvSpPr>
          <p:nvPr>
            <p:ph type="body" idx="1"/>
          </p:nvPr>
        </p:nvSpPr>
        <p:spPr/>
        <p:txBody>
          <a:bodyPr/>
          <a:lstStyle/>
          <a:p>
            <a:r>
              <a:rPr lang="en-US"/>
              <a:t>
El alcance del sistema define claramente los límites de la solución propuesta y evita ambigüedades durante el desarrollo del proyecto. En el Caso Biblioteca, esta diapositiva debe especificar qué funcionalidades serán incluidas y cuáles quedarán explícitamente fuera del sistema, estableciendo expectativas realistas tanto para el cliente como para el equipo de desarrollo. En primer lugar, se describe qué hará el sistema, por ejemplo: gestionar usuarios (registro, modificación y desactivación), administrar préstamos y devoluciones de libros, permitir la consulta del catálogo en línea y generar reportes básicos para la gestión. En segundo lugar, se debe indicar qué no hará el sistema, como por ejemplo la gestión de compras de libros, la administración financiera de la biblioteca o la integración con sistemas externos complejos, si estos no forman parte del proyecto. También es fundamental identificar los usuarios involucrados, tales como bibliotecario, estudiante y administrador, ya que estos actores condicionan los requerimientos funcionales y los flujos de uso. Adicionalmente, se pueden mencionar los módulos iniciales del sistema, organizando las funcionalidades de manera estructurada. Se sugiere representar este alcance mediante un diagrama de árbol de funciones, que muestre visualmente cómo se descomponen las funcionalidades principales en subfunciones. Desde el punto de vista académico, una definición clara del alcance demuestra capacidad de análisis, orden conceptual y comprensión de la complejidad del sistema, aspectos altamente valorados en la rúbrica de evaluación. Un alcance bien definido reduce riesgos, facilita la planificación y contribuye al éxito del proyecto de software.</a:t>
            </a:r>
          </a:p>
        </p:txBody>
      </p:sp>
      <p:sp>
        <p:nvSpPr>
          <p:cNvPr id="4" name="Slide Number Placeholder 3">
            <a:extLst>
              <a:ext uri="{FF2B5EF4-FFF2-40B4-BE49-F238E27FC236}">
                <a16:creationId xmlns:a16="http://schemas.microsoft.com/office/drawing/2014/main" id="{BC51B630-53A8-FB6D-B69F-F0900A3E2B85}"/>
              </a:ext>
            </a:extLst>
          </p:cNvPr>
          <p:cNvSpPr>
            <a:spLocks noGrp="1"/>
          </p:cNvSpPr>
          <p:nvPr>
            <p:ph type="sldNum" sz="quarter" idx="5"/>
          </p:nvPr>
        </p:nvSpPr>
        <p:spPr/>
        <p:txBody>
          <a:bodyPr/>
          <a:lstStyle/>
          <a:p>
            <a:fld id="{A5259320-5C66-4221-BE1C-6C37DA19B4BD}" type="slidenum">
              <a:t>8</a:t>
            </a:fld>
            <a:endParaRPr lang="en-US"/>
          </a:p>
        </p:txBody>
      </p:sp>
    </p:spTree>
    <p:extLst>
      <p:ext uri="{BB962C8B-B14F-4D97-AF65-F5344CB8AC3E}">
        <p14:creationId xmlns:p14="http://schemas.microsoft.com/office/powerpoint/2010/main" val="1110341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 selección de la metodología de desarrollo es una decisión clave que debe estar alineada con las características del proyecto y el contexto académico. En esta diapositiva, los estudiantes deben indicar explícitamente la metodología elegida para el desarrollo del Caso Biblioteca, como Cascada, Scrum, XP o RUP. No basta con nombrarla, sino que es fundamental justificar brevemente su elección. Por ejemplo, una metodología en cascada puede ser adecuada para un proyecto académico de alcance acotado y requisitos relativamente estables, ya que permite avanzar de forma ordenada por etapas bien definidas. Por otro lado, Scrum puede justificarse si se busca fomentar el trabajo iterativo, la retroalimentación constante y la adaptación a cambios durante el desarrollo. La justificación debe considerar aspectos como el tamaño del sistema, la experiencia del equipo, la claridad de los requisitos y el tiempo disponible. Desde una perspectiva formativa, esta reflexión demuestra comprensión de los modelos de desarrollo de software y su aplicación práctica. Además, contribuye al criterio de claridad y estructura exigido por la rúbrica. Visualmente, la diapositiva debe mantener un diseño simple, con viñetas claras y espacios editables para que los estudiantes personalicen la información según su proyecto. En conclusión, la correcta elección y justificación de la metodología refuerza la coherencia de la propuesta y evidencia una toma de decisiones fundamentada.</a:t>
            </a:r>
          </a:p>
        </p:txBody>
      </p:sp>
      <p:sp>
        <p:nvSpPr>
          <p:cNvPr id="4" name="Slide Number Placeholder 3"/>
          <p:cNvSpPr>
            <a:spLocks noGrp="1"/>
          </p:cNvSpPr>
          <p:nvPr>
            <p:ph type="sldNum" sz="quarter" idx="5"/>
          </p:nvPr>
        </p:nvSpPr>
        <p:spPr/>
        <p:txBody>
          <a:bodyPr/>
          <a:lstStyle/>
          <a:p>
            <a:fld id="{A5259320-5C66-4221-BE1C-6C37DA19B4BD}" type="slidenum">
              <a:t>9</a:t>
            </a:fld>
            <a:endParaRPr lang="en-US"/>
          </a:p>
        </p:txBody>
      </p:sp>
    </p:spTree>
    <p:extLst>
      <p:ext uri="{BB962C8B-B14F-4D97-AF65-F5344CB8AC3E}">
        <p14:creationId xmlns:p14="http://schemas.microsoft.com/office/powerpoint/2010/main" val="30010317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Los requerimientos no funcionales establecen los criterios de calidad que el sistema debe cumplir y complementan a los requerimientos funcionales. En el Caso Biblioteca, esta diapositiva debe abordar dimensiones clave como usabilidad, accesibilidad, seguridad, rendimiento y disponibilidad. En términos de usabilidad, se recomienda hacer referencia a normas de calidad como ISO/IEC 25010, destacando aspectos como facilidad de aprendizaje, claridad de la interfaz y consistencia visual. En cuanto a accesibilidad, es especialmente valorado considerar las pautas WCAG, asegurando que el sistema pueda ser utilizado por personas con distintas capacidades, por ejemplo mediante contraste adecuado de colores y navegación clara. Otros requerimientos no funcionales relevantes incluyen la seguridad de la información, garantizando el acceso controlado a los datos; la disponibilidad del sistema, asegurando su correcto funcionamiento en horarios definidos; el tiempo de respuesta, que impacta directamente en la experiencia del usuario; y el respaldo de la información, fundamental para evitar pérdidas de datos. Desde una perspectiva académica, la inclusión de estos criterios demuestra una visión integral del software, más allá de sus funcionalidades básicas. Además, refuerza el análisis y la calidad de la propuesta, alineándose con los criterios de la rúbrica. Un sistema que cumple adecuadamente sus requerimientos no funcionales genera mayor confianza y valor para la organización.</a:t>
            </a:r>
          </a:p>
        </p:txBody>
      </p:sp>
      <p:sp>
        <p:nvSpPr>
          <p:cNvPr id="4" name="Slide Number Placeholder 3"/>
          <p:cNvSpPr>
            <a:spLocks noGrp="1"/>
          </p:cNvSpPr>
          <p:nvPr>
            <p:ph type="sldNum" sz="quarter" idx="5"/>
          </p:nvPr>
        </p:nvSpPr>
        <p:spPr/>
        <p:txBody>
          <a:bodyPr/>
          <a:lstStyle/>
          <a:p>
            <a:fld id="{A5259320-5C66-4221-BE1C-6C37DA19B4BD}" type="slidenum">
              <a:t>11</a:t>
            </a:fld>
            <a:endParaRPr lang="en-US"/>
          </a:p>
        </p:txBody>
      </p:sp>
    </p:spTree>
    <p:extLst>
      <p:ext uri="{BB962C8B-B14F-4D97-AF65-F5344CB8AC3E}">
        <p14:creationId xmlns:p14="http://schemas.microsoft.com/office/powerpoint/2010/main" val="27474895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dirty="0"/>
              <a:t>es importante situar al software en el contexto en el que será desarrollado. </a:t>
            </a:r>
            <a:r>
              <a:rPr lang="es-CL"/>
              <a:t>Esta parte del trabajo trazar la interacción de otros sistemas y usuarios con nuestro producto.</a:t>
            </a:r>
            <a:endParaRPr lang="es-CL" sz="1200" dirty="0"/>
          </a:p>
          <a:p>
            <a:endParaRPr lang="es-CL" sz="1200" dirty="0"/>
          </a:p>
          <a:p>
            <a:r>
              <a:rPr lang="es-CL" sz="1200" dirty="0"/>
              <a:t>En el diagrama de contexto, nuestro sistema estará al centro, y alrededor los sistemas o usuarios que interactúan con él, unidos mediante flechas.</a:t>
            </a:r>
          </a:p>
          <a:p>
            <a:endParaRPr lang="es-CL" sz="1200" dirty="0"/>
          </a:p>
          <a:p>
            <a:r>
              <a:rPr lang="es-CL" sz="1200" dirty="0"/>
              <a:t>Este diagrama nos ayuda a </a:t>
            </a:r>
            <a:r>
              <a:rPr lang="es-CL" sz="1200" b="1" dirty="0"/>
              <a:t>descubrir funciones e integraciones </a:t>
            </a:r>
            <a:r>
              <a:rPr lang="es-CL" sz="1200" dirty="0"/>
              <a:t>que tendremos que desarrollar para definir el sistema</a:t>
            </a:r>
          </a:p>
          <a:p>
            <a:endParaRPr lang="es-ES_tradnl" dirty="0"/>
          </a:p>
        </p:txBody>
      </p:sp>
      <p:sp>
        <p:nvSpPr>
          <p:cNvPr id="4" name="Marcador de número de diapositiva 3"/>
          <p:cNvSpPr>
            <a:spLocks noGrp="1"/>
          </p:cNvSpPr>
          <p:nvPr>
            <p:ph type="sldNum" sz="quarter" idx="5"/>
          </p:nvPr>
        </p:nvSpPr>
        <p:spPr/>
        <p:txBody>
          <a:bodyPr/>
          <a:lstStyle/>
          <a:p>
            <a:fld id="{DF99E4CE-A8A2-4688-9F1E-D10024100FEE}" type="slidenum">
              <a:rPr lang="es-CL" smtClean="0"/>
              <a:t>12</a:t>
            </a:fld>
            <a:endParaRPr lang="es-CL"/>
          </a:p>
        </p:txBody>
      </p:sp>
    </p:spTree>
    <p:extLst>
      <p:ext uri="{BB962C8B-B14F-4D97-AF65-F5344CB8AC3E}">
        <p14:creationId xmlns:p14="http://schemas.microsoft.com/office/powerpoint/2010/main" val="42216070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 sección de mejoras y lecciones aprendidas invita a una reflexión crítica sobre la propuesta y el proceso de análisis realizado. En el Caso Biblioteca, los estudiantes deben proponer acciones concretas orientadas a asegurar la calidad del sistema, como la validación de datos para evitar errores de ingreso, la implementación de respaldos automáticos para proteger la información, o la mejora de la accesibilidad para incluir a más usuarios. También se pueden mencionar optimizaciones de tiempo de respuesta o mecanismos de trazabilidad de los préstamos, que aportan valor a la gestión del negocio. Es importante no solo listar las mejoras, sino argumentar su beneficio, explicando cómo contribuyen a una operación más eficiente, segura y confiable de la biblioteca. Desde una perspectiva formativa, esta diapositiva demuestra capacidad de análisis crítico, aprendizaje a partir del caso y comprensión del impacto del software en un contexto real. Además, refuerza la alineación con la rúbrica, particularmente en los criterios de análisis y calidad de la propuesta. Visualmente, se recomienda mantener viñetas claras y espacios editables, permitiendo a los estudiantes adaptar el contenido a su propio proyecto. Esta reflexión final antes de la conclusión aporta madurez académica al trabajo presentado.</a:t>
            </a:r>
          </a:p>
        </p:txBody>
      </p:sp>
      <p:sp>
        <p:nvSpPr>
          <p:cNvPr id="4" name="Slide Number Placeholder 3"/>
          <p:cNvSpPr>
            <a:spLocks noGrp="1"/>
          </p:cNvSpPr>
          <p:nvPr>
            <p:ph type="sldNum" sz="quarter" idx="5"/>
          </p:nvPr>
        </p:nvSpPr>
        <p:spPr/>
        <p:txBody>
          <a:bodyPr/>
          <a:lstStyle/>
          <a:p>
            <a:fld id="{A5259320-5C66-4221-BE1C-6C37DA19B4BD}" type="slidenum">
              <a:t>13</a:t>
            </a:fld>
            <a:endParaRPr lang="en-US"/>
          </a:p>
        </p:txBody>
      </p:sp>
    </p:spTree>
    <p:extLst>
      <p:ext uri="{BB962C8B-B14F-4D97-AF65-F5344CB8AC3E}">
        <p14:creationId xmlns:p14="http://schemas.microsoft.com/office/powerpoint/2010/main" val="8100966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 conclusión sintetiza los principales aspectos abordados en la presentación y refuerza los aprendizajes obtenidos. En el Caso Biblioteca, esta diapositiva debe destacar los hallazgos más relevantes del análisis, como la importancia de comprender el problema, definir correctamente el alcance y levantar requerimientos claros y bien estructurados. También se debe enfatizar la relación directa entre una correcta definición de requisitos y el éxito del proyecto de software, ya que estos sirven como base para el diseño, desarrollo y validación del sistema. Asimismo, es pertinente resaltar el aporte del sistema propuesto al negocio de la biblioteca, en términos de eficiencia operativa, mejor control de la información y mejora en la atención a los usuarios. Desde el punto de vista académico, una buena conclusión demuestra coherencia, capacidad de síntesis y claridad conceptual, cerrando adecuadamente la presentación. Esta diapositiva contribuye a dejar una impresión final positiva, alineada con los criterios de presentación y estructura de la rúbrica. En definitiva, la conclusión no solo resume el trabajo realizado, sino que refuerza la relevancia de la Ingeniería de Software como disciplina para resolver problemas reales de manera sistemática y profesional.</a:t>
            </a:r>
          </a:p>
        </p:txBody>
      </p:sp>
      <p:sp>
        <p:nvSpPr>
          <p:cNvPr id="4" name="Slide Number Placeholder 3"/>
          <p:cNvSpPr>
            <a:spLocks noGrp="1"/>
          </p:cNvSpPr>
          <p:nvPr>
            <p:ph type="sldNum" sz="quarter" idx="5"/>
          </p:nvPr>
        </p:nvSpPr>
        <p:spPr/>
        <p:txBody>
          <a:bodyPr/>
          <a:lstStyle/>
          <a:p>
            <a:fld id="{A5259320-5C66-4221-BE1C-6C37DA19B4BD}" type="slidenum">
              <a:t>14</a:t>
            </a:fld>
            <a:endParaRPr lang="en-US"/>
          </a:p>
        </p:txBody>
      </p:sp>
    </p:spTree>
    <p:extLst>
      <p:ext uri="{BB962C8B-B14F-4D97-AF65-F5344CB8AC3E}">
        <p14:creationId xmlns:p14="http://schemas.microsoft.com/office/powerpoint/2010/main" val="3193910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g"/><Relationship Id="rId1" Type="http://schemas.openxmlformats.org/officeDocument/2006/relationships/slideMaster" Target="../slideMasters/slideMaster2.xml"/><Relationship Id="rId4" Type="http://schemas.openxmlformats.org/officeDocument/2006/relationships/image" Target="../media/image6.emf"/></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965A7A7B-B71A-428D-833F-0F3507A6DB13}" type="datetimeFigureOut">
              <a:rPr lang="en-US" dirty="0"/>
              <a:t>5/24/2026</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A65A5C87-DF58-40C8-B092-1DE63DB4547E}" type="slidenum">
              <a:rPr lang="en-US" dirty="0"/>
              <a:t>‹Nº›</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60632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5CF65307-640F-4AE7-B0BE-50C709AD86C5}" type="datetimeFigureOut">
              <a:rPr lang="en-US" dirty="0"/>
              <a:t>5/24/2026</a:t>
            </a:fld>
            <a:endParaRPr lang="en-US" dirty="0"/>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‹Nº›</a:t>
            </a:fld>
            <a:endParaRPr lang="en-US" dirty="0"/>
          </a:p>
        </p:txBody>
      </p:sp>
    </p:spTree>
    <p:extLst>
      <p:ext uri="{BB962C8B-B14F-4D97-AF65-F5344CB8AC3E}">
        <p14:creationId xmlns:p14="http://schemas.microsoft.com/office/powerpoint/2010/main" val="247084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F77EA1F9-1F0F-4C65-8F6E-9729B924AAAC}" type="datetimeFigureOut">
              <a:rPr lang="en-US" dirty="0"/>
              <a:t>5/24/2026</a:t>
            </a:fld>
            <a:endParaRPr lang="en-US" dirty="0"/>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A65A5C87-DF58-40C8-B092-1DE63DB4547E}" type="slidenum">
              <a:rPr lang="en-US" dirty="0"/>
              <a:t>‹Nº›</a:t>
            </a:fld>
            <a:endParaRPr lang="en-US" dirty="0"/>
          </a:p>
        </p:txBody>
      </p:sp>
    </p:spTree>
    <p:extLst>
      <p:ext uri="{BB962C8B-B14F-4D97-AF65-F5344CB8AC3E}">
        <p14:creationId xmlns:p14="http://schemas.microsoft.com/office/powerpoint/2010/main" val="3647642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202278E8-5F4B-47D5-A617-8CCDF75D6A33}" type="datetimeFigureOut">
              <a:rPr lang="en-US" dirty="0"/>
              <a:t>5/24/2026</a:t>
            </a:fld>
            <a:endParaRPr lang="en-US" dirty="0"/>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‹Nº›</a:t>
            </a:fld>
            <a:endParaRPr lang="en-US" dirty="0"/>
          </a:p>
        </p:txBody>
      </p:sp>
    </p:spTree>
    <p:extLst>
      <p:ext uri="{BB962C8B-B14F-4D97-AF65-F5344CB8AC3E}">
        <p14:creationId xmlns:p14="http://schemas.microsoft.com/office/powerpoint/2010/main" val="3868171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16AAFA52-7A21-407F-8339-40DF182D7460}" type="datetimeFigureOut">
              <a:rPr lang="en-US" dirty="0"/>
              <a:t>5/24/2026</a:t>
            </a:fld>
            <a:endParaRPr lang="en-US" dirty="0"/>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‹Nº›</a:t>
            </a:fld>
            <a:endParaRPr lang="en-US" dirty="0"/>
          </a:p>
        </p:txBody>
      </p:sp>
    </p:spTree>
    <p:extLst>
      <p:ext uri="{BB962C8B-B14F-4D97-AF65-F5344CB8AC3E}">
        <p14:creationId xmlns:p14="http://schemas.microsoft.com/office/powerpoint/2010/main" val="4044312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96770335-1C1A-4243-9BDD-9630C417D284}" type="datetimeFigureOut">
              <a:rPr lang="en-US" dirty="0"/>
              <a:t>5/24/2026</a:t>
            </a:fld>
            <a:endParaRPr lang="en-US" dirty="0"/>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dirty="0"/>
              <a:t>‹Nº›</a:t>
            </a:fld>
            <a:endParaRPr lang="en-US" dirty="0"/>
          </a:p>
        </p:txBody>
      </p:sp>
    </p:spTree>
    <p:extLst>
      <p:ext uri="{BB962C8B-B14F-4D97-AF65-F5344CB8AC3E}">
        <p14:creationId xmlns:p14="http://schemas.microsoft.com/office/powerpoint/2010/main" val="1134731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141513F-8EBD-4612-96F4-CC3E309609AF}" type="datetimeFigureOut">
              <a:rPr lang="en-US" dirty="0"/>
              <a:t>5/24/2026</a:t>
            </a:fld>
            <a:endParaRPr lang="en-US" dirty="0"/>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dirty="0"/>
              <a:t>‹Nº›</a:t>
            </a:fld>
            <a:endParaRPr lang="en-US" dirty="0"/>
          </a:p>
        </p:txBody>
      </p:sp>
    </p:spTree>
    <p:extLst>
      <p:ext uri="{BB962C8B-B14F-4D97-AF65-F5344CB8AC3E}">
        <p14:creationId xmlns:p14="http://schemas.microsoft.com/office/powerpoint/2010/main" val="96736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6E6483A1-31A8-47A2-AB0A-53A7803D5EBF}" type="datetimeFigureOut">
              <a:rPr lang="en-US" dirty="0"/>
              <a:t>5/24/2026</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dirty="0"/>
              <a:t>‹Nº›</a:t>
            </a:fld>
            <a:endParaRPr lang="en-US" dirty="0"/>
          </a:p>
        </p:txBody>
      </p:sp>
    </p:spTree>
    <p:extLst>
      <p:ext uri="{BB962C8B-B14F-4D97-AF65-F5344CB8AC3E}">
        <p14:creationId xmlns:p14="http://schemas.microsoft.com/office/powerpoint/2010/main" val="4202499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noChangeAspect="1"/>
          </p:cNvSpPr>
          <p:nvPr>
            <p:ph type="pic" idx="1"/>
          </p:nvPr>
        </p:nvSpPr>
        <p:spPr>
          <a:xfrm>
            <a:off x="4965192" y="1161288"/>
            <a:ext cx="6729984" cy="4645152"/>
          </a:xfrm>
        </p:spPr>
        <p:txBody>
          <a:bodyPr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6D8810B9-2C7C-4CAF-99E2-617AE20BA331}" type="datetimeFigureOut">
              <a:rPr lang="en-US" dirty="0"/>
              <a:t>5/24/2026</a:t>
            </a:fld>
            <a:endParaRPr lang="en-US" dirty="0"/>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dirty="0"/>
              <a:t>‹Nº›</a:t>
            </a:fld>
            <a:endParaRPr lang="en-US" dirty="0"/>
          </a:p>
        </p:txBody>
      </p:sp>
    </p:spTree>
    <p:extLst>
      <p:ext uri="{BB962C8B-B14F-4D97-AF65-F5344CB8AC3E}">
        <p14:creationId xmlns:p14="http://schemas.microsoft.com/office/powerpoint/2010/main" val="1342985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F248F9EB-9D34-4B41-B66C-5FAF50876D2D}" type="datetimeFigureOut">
              <a:rPr lang="en-US" dirty="0"/>
              <a:t>5/24/2026</a:t>
            </a:fld>
            <a:endParaRPr lang="en-US" dirty="0"/>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A65A5C87-DF58-40C8-B092-1DE63DB4547E}" type="slidenum">
              <a:rPr lang="en-US" dirty="0"/>
              <a:t>‹Nº›</a:t>
            </a:fld>
            <a:endParaRPr lang="en-US" dirty="0"/>
          </a:p>
        </p:txBody>
      </p:sp>
    </p:spTree>
    <p:extLst>
      <p:ext uri="{BB962C8B-B14F-4D97-AF65-F5344CB8AC3E}">
        <p14:creationId xmlns:p14="http://schemas.microsoft.com/office/powerpoint/2010/main" val="1125675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34489A26-CAA1-4690-8C1F-1641B1B97745}" type="datetimeFigureOut">
              <a:rPr lang="en-US" dirty="0"/>
              <a:t>5/24/2026</a:t>
            </a:fld>
            <a:endParaRPr lang="en-US" dirty="0"/>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A65A5C87-DF58-40C8-B092-1DE63DB4547E}" type="slidenum">
              <a:rPr lang="en-US" dirty="0"/>
              <a:t>‹Nº›</a:t>
            </a:fld>
            <a:endParaRPr lang="en-US" dirty="0"/>
          </a:p>
        </p:txBody>
      </p:sp>
    </p:spTree>
    <p:extLst>
      <p:ext uri="{BB962C8B-B14F-4D97-AF65-F5344CB8AC3E}">
        <p14:creationId xmlns:p14="http://schemas.microsoft.com/office/powerpoint/2010/main" val="8047695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TERIOR 1">
    <p:spTree>
      <p:nvGrpSpPr>
        <p:cNvPr id="1" name=""/>
        <p:cNvGrpSpPr/>
        <p:nvPr/>
      </p:nvGrpSpPr>
      <p:grpSpPr>
        <a:xfrm>
          <a:off x="0" y="0"/>
          <a:ext cx="0" cy="0"/>
          <a:chOff x="0" y="0"/>
          <a:chExt cx="0" cy="0"/>
        </a:xfrm>
      </p:grpSpPr>
      <p:sp>
        <p:nvSpPr>
          <p:cNvPr id="6" name="Marcador de texto 26">
            <a:extLst>
              <a:ext uri="{FF2B5EF4-FFF2-40B4-BE49-F238E27FC236}">
                <a16:creationId xmlns:a16="http://schemas.microsoft.com/office/drawing/2014/main" id="{3387B960-FFF9-CB57-ACA9-C9E1213259F5}"/>
              </a:ext>
            </a:extLst>
          </p:cNvPr>
          <p:cNvSpPr>
            <a:spLocks noGrp="1"/>
          </p:cNvSpPr>
          <p:nvPr>
            <p:ph type="body" sz="quarter" idx="13" hasCustomPrompt="1"/>
          </p:nvPr>
        </p:nvSpPr>
        <p:spPr>
          <a:xfrm>
            <a:off x="654685" y="551041"/>
            <a:ext cx="4916775" cy="469685"/>
          </a:xfrm>
        </p:spPr>
        <p:txBody>
          <a:bodyPr>
            <a:noAutofit/>
          </a:bodyPr>
          <a:lstStyle>
            <a:lvl1pPr algn="l">
              <a:defRPr sz="3200" b="1">
                <a:solidFill>
                  <a:schemeClr val="tx1"/>
                </a:solidFill>
                <a:latin typeface="Arial" panose="020B0604020202020204" pitchFamily="34" charset="0"/>
                <a:cs typeface="Arial" panose="020B0604020202020204" pitchFamily="34" charset="0"/>
              </a:defRPr>
            </a:lvl1pPr>
          </a:lstStyle>
          <a:p>
            <a:r>
              <a:rPr lang="es-ES" dirty="0"/>
              <a:t>MODIFICAR TITULO</a:t>
            </a:r>
            <a:endParaRPr lang="es-CL" dirty="0"/>
          </a:p>
        </p:txBody>
      </p:sp>
      <p:sp>
        <p:nvSpPr>
          <p:cNvPr id="7" name="Marcador de texto 3">
            <a:extLst>
              <a:ext uri="{FF2B5EF4-FFF2-40B4-BE49-F238E27FC236}">
                <a16:creationId xmlns:a16="http://schemas.microsoft.com/office/drawing/2014/main" id="{149A11D1-EAA1-0BB7-CFE5-9056CB346D13}"/>
              </a:ext>
            </a:extLst>
          </p:cNvPr>
          <p:cNvSpPr>
            <a:spLocks noGrp="1"/>
          </p:cNvSpPr>
          <p:nvPr>
            <p:ph type="body" sz="quarter" idx="14" hasCustomPrompt="1"/>
          </p:nvPr>
        </p:nvSpPr>
        <p:spPr>
          <a:xfrm>
            <a:off x="640715" y="1137571"/>
            <a:ext cx="4930746" cy="553006"/>
          </a:xfrm>
        </p:spPr>
        <p:txBody>
          <a:bodyPr>
            <a:normAutofit/>
          </a:bodyPr>
          <a:lstStyle>
            <a:lvl1pPr>
              <a:defRPr sz="1400">
                <a:latin typeface="Arial" panose="020B0604020202020204" pitchFamily="34" charset="0"/>
                <a:cs typeface="Arial" panose="020B0604020202020204" pitchFamily="34" charset="0"/>
              </a:defRPr>
            </a:lvl1pPr>
          </a:lstStyle>
          <a:p>
            <a:r>
              <a:rPr lang="es-ES" dirty="0"/>
              <a:t>Haz clic para modificar o eliminar bajada</a:t>
            </a:r>
          </a:p>
          <a:p>
            <a:endParaRPr lang="es-ES" dirty="0"/>
          </a:p>
        </p:txBody>
      </p:sp>
      <p:sp>
        <p:nvSpPr>
          <p:cNvPr id="8" name="Rectángulo 7">
            <a:extLst>
              <a:ext uri="{FF2B5EF4-FFF2-40B4-BE49-F238E27FC236}">
                <a16:creationId xmlns:a16="http://schemas.microsoft.com/office/drawing/2014/main" id="{D4BF3825-8CDE-15D1-473C-F04253CD9789}"/>
              </a:ext>
            </a:extLst>
          </p:cNvPr>
          <p:cNvSpPr/>
          <p:nvPr userDrawn="1"/>
        </p:nvSpPr>
        <p:spPr>
          <a:xfrm>
            <a:off x="0" y="0"/>
            <a:ext cx="552893" cy="552893"/>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nvGrpSpPr>
          <p:cNvPr id="14" name="Grupo 13">
            <a:extLst>
              <a:ext uri="{FF2B5EF4-FFF2-40B4-BE49-F238E27FC236}">
                <a16:creationId xmlns:a16="http://schemas.microsoft.com/office/drawing/2014/main" id="{DBF54666-A2EC-90FE-7052-73357A52AE9A}"/>
              </a:ext>
            </a:extLst>
          </p:cNvPr>
          <p:cNvGrpSpPr/>
          <p:nvPr userDrawn="1"/>
        </p:nvGrpSpPr>
        <p:grpSpPr>
          <a:xfrm>
            <a:off x="10559057" y="6273209"/>
            <a:ext cx="1405082" cy="320986"/>
            <a:chOff x="8941676" y="5879067"/>
            <a:chExt cx="2618425" cy="598170"/>
          </a:xfrm>
        </p:grpSpPr>
        <p:sp>
          <p:nvSpPr>
            <p:cNvPr id="9" name="object 2">
              <a:extLst>
                <a:ext uri="{FF2B5EF4-FFF2-40B4-BE49-F238E27FC236}">
                  <a16:creationId xmlns:a16="http://schemas.microsoft.com/office/drawing/2014/main" id="{371A0572-EF4B-CA79-4539-AA0A2E4CD964}"/>
                </a:ext>
              </a:extLst>
            </p:cNvPr>
            <p:cNvSpPr/>
            <p:nvPr userDrawn="1"/>
          </p:nvSpPr>
          <p:spPr>
            <a:xfrm>
              <a:off x="8941676" y="5949980"/>
              <a:ext cx="1618615" cy="525145"/>
            </a:xfrm>
            <a:custGeom>
              <a:avLst/>
              <a:gdLst/>
              <a:ahLst/>
              <a:cxnLst/>
              <a:rect l="l" t="t" r="r" b="b"/>
              <a:pathLst>
                <a:path w="1618615" h="52514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w="1618615" h="52514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w="1618615" h="52514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w="1618615" h="52514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tx1"/>
            </a:solidFill>
          </p:spPr>
          <p:txBody>
            <a:bodyPr wrap="square" lIns="0" tIns="0" rIns="0" bIns="0" rtlCol="0"/>
            <a:lstStyle/>
            <a:p>
              <a:endParaRPr dirty="0"/>
            </a:p>
          </p:txBody>
        </p:sp>
        <p:sp>
          <p:nvSpPr>
            <p:cNvPr id="10" name="object 3">
              <a:extLst>
                <a:ext uri="{FF2B5EF4-FFF2-40B4-BE49-F238E27FC236}">
                  <a16:creationId xmlns:a16="http://schemas.microsoft.com/office/drawing/2014/main" id="{1BA993DD-B802-B0F6-BB6C-691D8C644DF2}"/>
                </a:ext>
              </a:extLst>
            </p:cNvPr>
            <p:cNvSpPr/>
            <p:nvPr userDrawn="1"/>
          </p:nvSpPr>
          <p:spPr>
            <a:xfrm>
              <a:off x="10672317" y="5994129"/>
              <a:ext cx="388620" cy="482600"/>
            </a:xfrm>
            <a:custGeom>
              <a:avLst/>
              <a:gdLst/>
              <a:ahLst/>
              <a:cxnLst/>
              <a:rect l="l" t="t" r="r" b="b"/>
              <a:pathLst>
                <a:path w="388619" h="482600">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p:spPr>
          <p:txBody>
            <a:bodyPr wrap="square" lIns="0" tIns="0" rIns="0" bIns="0" rtlCol="0"/>
            <a:lstStyle/>
            <a:p>
              <a:endParaRPr/>
            </a:p>
          </p:txBody>
        </p:sp>
        <p:grpSp>
          <p:nvGrpSpPr>
            <p:cNvPr id="11" name="object 4">
              <a:extLst>
                <a:ext uri="{FF2B5EF4-FFF2-40B4-BE49-F238E27FC236}">
                  <a16:creationId xmlns:a16="http://schemas.microsoft.com/office/drawing/2014/main" id="{C3421982-2587-852B-E105-195C0E7D9D9F}"/>
                </a:ext>
              </a:extLst>
            </p:cNvPr>
            <p:cNvGrpSpPr/>
            <p:nvPr userDrawn="1"/>
          </p:nvGrpSpPr>
          <p:grpSpPr>
            <a:xfrm>
              <a:off x="11114331" y="5879067"/>
              <a:ext cx="445770" cy="598170"/>
              <a:chOff x="18406074" y="10234089"/>
              <a:chExt cx="445770" cy="598170"/>
            </a:xfrm>
          </p:grpSpPr>
          <p:sp>
            <p:nvSpPr>
              <p:cNvPr id="12" name="object 5">
                <a:extLst>
                  <a:ext uri="{FF2B5EF4-FFF2-40B4-BE49-F238E27FC236}">
                    <a16:creationId xmlns:a16="http://schemas.microsoft.com/office/drawing/2014/main" id="{7422255E-C44F-6988-4785-AAC71FA19F3B}"/>
                  </a:ext>
                </a:extLst>
              </p:cNvPr>
              <p:cNvSpPr/>
              <p:nvPr/>
            </p:nvSpPr>
            <p:spPr>
              <a:xfrm>
                <a:off x="18406074" y="10341395"/>
                <a:ext cx="376555" cy="490855"/>
              </a:xfrm>
              <a:custGeom>
                <a:avLst/>
                <a:gdLst/>
                <a:ahLst/>
                <a:cxnLst/>
                <a:rect l="l" t="t" r="r" b="b"/>
                <a:pathLst>
                  <a:path w="376555" h="490854">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p:spPr>
            <p:txBody>
              <a:bodyPr wrap="square" lIns="0" tIns="0" rIns="0" bIns="0" rtlCol="0"/>
              <a:lstStyle/>
              <a:p>
                <a:endParaRPr/>
              </a:p>
            </p:txBody>
          </p:sp>
          <p:pic>
            <p:nvPicPr>
              <p:cNvPr id="13" name="object 6">
                <a:extLst>
                  <a:ext uri="{FF2B5EF4-FFF2-40B4-BE49-F238E27FC236}">
                    <a16:creationId xmlns:a16="http://schemas.microsoft.com/office/drawing/2014/main" id="{C9735AE4-9BC0-BA7F-18A3-3B4538726A97}"/>
                  </a:ext>
                </a:extLst>
              </p:cNvPr>
              <p:cNvPicPr/>
              <p:nvPr/>
            </p:nvPicPr>
            <p:blipFill>
              <a:blip r:embed="rId2" cstate="email">
                <a:extLst>
                  <a:ext uri="{28A0092B-C50C-407E-A947-70E740481C1C}">
                    <a14:useLocalDpi xmlns:a14="http://schemas.microsoft.com/office/drawing/2010/main"/>
                  </a:ext>
                </a:extLst>
              </a:blip>
              <a:stretch>
                <a:fillRect/>
              </a:stretch>
            </p:blipFill>
            <p:spPr>
              <a:xfrm>
                <a:off x="18739823" y="10234089"/>
                <a:ext cx="111954" cy="111944"/>
              </a:xfrm>
              <a:prstGeom prst="rect">
                <a:avLst/>
              </a:prstGeom>
            </p:spPr>
          </p:pic>
        </p:grpSp>
      </p:grpSp>
      <p:pic>
        <p:nvPicPr>
          <p:cNvPr id="3" name="Imagen 2">
            <a:extLst>
              <a:ext uri="{FF2B5EF4-FFF2-40B4-BE49-F238E27FC236}">
                <a16:creationId xmlns:a16="http://schemas.microsoft.com/office/drawing/2014/main" id="{0B8A2F42-00CA-3BF5-D8D0-4B68FE7E8824}"/>
              </a:ext>
            </a:extLst>
          </p:cNvPr>
          <p:cNvPicPr>
            <a:picLocks noChangeAspect="1"/>
          </p:cNvPicPr>
          <p:nvPr userDrawn="1"/>
        </p:nvPicPr>
        <p:blipFill>
          <a:blip r:embed="rId3"/>
          <a:stretch>
            <a:fillRect/>
          </a:stretch>
        </p:blipFill>
        <p:spPr>
          <a:xfrm rot="5400000">
            <a:off x="2714468" y="4342374"/>
            <a:ext cx="119408" cy="4238978"/>
          </a:xfrm>
          <a:prstGeom prst="rect">
            <a:avLst/>
          </a:prstGeom>
        </p:spPr>
      </p:pic>
    </p:spTree>
    <p:extLst>
      <p:ext uri="{BB962C8B-B14F-4D97-AF65-F5344CB8AC3E}">
        <p14:creationId xmlns:p14="http://schemas.microsoft.com/office/powerpoint/2010/main" val="37036178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ítulo con imagen 3">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Conector recto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396003"/>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3" name="Marcador de posición de imagen 12">
            <a:extLst>
              <a:ext uri="{FF2B5EF4-FFF2-40B4-BE49-F238E27FC236}">
                <a16:creationId xmlns:a16="http://schemas.microsoft.com/office/drawing/2014/main" id="{FD120947-D69A-84F3-7617-0239E8E5C7F8}"/>
              </a:ext>
              <a:ext uri="{C183D7F6-B498-43B3-948B-1728B52AA6E4}">
                <adec:decorative xmlns:adec="http://schemas.microsoft.com/office/drawing/2017/decorative" val="0"/>
              </a:ext>
            </a:extLst>
          </p:cNvPr>
          <p:cNvSpPr>
            <a:spLocks noGrp="1"/>
          </p:cNvSpPr>
          <p:nvPr>
            <p:ph type="pic" sz="quarter" idx="13" hasCustomPrompt="1"/>
          </p:nvPr>
        </p:nvSpPr>
        <p:spPr>
          <a:xfrm>
            <a:off x="-791" y="1371600"/>
            <a:ext cx="6706392" cy="5486400"/>
          </a:xfrm>
          <a:blipFill>
            <a:blip r:embed="rId2">
              <a:alphaModFix amt="70000"/>
            </a:blip>
            <a:stretch>
              <a:fillRect/>
            </a:stretch>
          </a:blipFill>
        </p:spPr>
        <p:txBody>
          <a:bodyPr rtlCol="0"/>
          <a:lstStyle>
            <a:lvl1pPr marL="0" indent="0">
              <a:buNone/>
              <a:defRPr/>
            </a:lvl1pPr>
          </a:lstStyle>
          <a:p>
            <a:pPr rtl="0"/>
            <a:r>
              <a:rPr lang="es"/>
              <a:t> </a:t>
            </a:r>
          </a:p>
        </p:txBody>
      </p:sp>
      <p:sp>
        <p:nvSpPr>
          <p:cNvPr id="2" name="Título 1">
            <a:extLst>
              <a:ext uri="{FF2B5EF4-FFF2-40B4-BE49-F238E27FC236}">
                <a16:creationId xmlns:a16="http://schemas.microsoft.com/office/drawing/2014/main" id="{DE07B916-0B90-35E7-AFFD-50AAA1ED4584}"/>
              </a:ext>
            </a:extLst>
          </p:cNvPr>
          <p:cNvSpPr>
            <a:spLocks noGrp="1"/>
          </p:cNvSpPr>
          <p:nvPr>
            <p:ph type="ctrTitle"/>
          </p:nvPr>
        </p:nvSpPr>
        <p:spPr>
          <a:xfrm>
            <a:off x="4133850" y="685799"/>
            <a:ext cx="6373670" cy="2743201"/>
          </a:xfrm>
          <a:solidFill>
            <a:schemeClr val="bg2"/>
          </a:solidFill>
        </p:spPr>
        <p:txBody>
          <a:bodyPr vert="horz" lIns="182880" tIns="45720" rIns="91440" bIns="91440" rtlCol="0" anchor="b">
            <a:normAutofit/>
          </a:bodyPr>
          <a:lstStyle>
            <a:lvl1pPr>
              <a:lnSpc>
                <a:spcPct val="80000"/>
              </a:lnSpc>
              <a:defRPr lang="en-US" sz="6800" dirty="0">
                <a:solidFill>
                  <a:schemeClr val="accent1"/>
                </a:solidFill>
              </a:defRPr>
            </a:lvl1pPr>
          </a:lstStyle>
          <a:p>
            <a:pPr lvl="0" rtl="0"/>
            <a:r>
              <a:rPr lang="es"/>
              <a:t>Haga clic para modificar el estilo de título del patrón</a:t>
            </a:r>
            <a:endParaRPr lang="en-US"/>
          </a:p>
        </p:txBody>
      </p:sp>
      <p:sp>
        <p:nvSpPr>
          <p:cNvPr id="3" name="Subtítulo 2">
            <a:extLst>
              <a:ext uri="{FF2B5EF4-FFF2-40B4-BE49-F238E27FC236}">
                <a16:creationId xmlns:a16="http://schemas.microsoft.com/office/drawing/2014/main" id="{926AEA00-2D64-E177-C13E-F879B49AC353}"/>
              </a:ext>
            </a:extLst>
          </p:cNvPr>
          <p:cNvSpPr>
            <a:spLocks noGrp="1"/>
          </p:cNvSpPr>
          <p:nvPr>
            <p:ph type="subTitle" idx="1"/>
          </p:nvPr>
        </p:nvSpPr>
        <p:spPr>
          <a:xfrm>
            <a:off x="7500457" y="5570290"/>
            <a:ext cx="4114799" cy="699518"/>
          </a:xfrm>
        </p:spPr>
        <p:txBody>
          <a:bodyPr vert="horz" lIns="91440" tIns="45720" rIns="91440" bIns="45720" rtlCol="0" anchor="b">
            <a:normAutofit/>
          </a:bodyPr>
          <a:lstStyle>
            <a:lvl1pPr marL="0" indent="0" algn="r">
              <a:buNone/>
              <a:defRPr lang="en-US" sz="1600" cap="all" baseline="0" dirty="0">
                <a:solidFill>
                  <a:schemeClr val="accent3">
                    <a:lumMod val="75000"/>
                  </a:schemeClr>
                </a:solidFill>
                <a:latin typeface="+mj-lt"/>
              </a:defRPr>
            </a:lvl1pPr>
          </a:lstStyle>
          <a:p>
            <a:pPr lvl="0" rtl="0"/>
            <a:r>
              <a:rPr lang="es"/>
              <a:t>Haga clic para editar el estilo de subtítulo del patrón</a:t>
            </a:r>
            <a:endParaRPr lang="en-US"/>
          </a:p>
        </p:txBody>
      </p:sp>
      <p:sp>
        <p:nvSpPr>
          <p:cNvPr id="6" name="Marcador de número de diapositiva 5">
            <a:extLst>
              <a:ext uri="{FF2B5EF4-FFF2-40B4-BE49-F238E27FC236}">
                <a16:creationId xmlns:a16="http://schemas.microsoft.com/office/drawing/2014/main" id="{B945FE83-3A40-27CC-D68D-E889297B8CA2}"/>
              </a:ext>
            </a:extLst>
          </p:cNvPr>
          <p:cNvSpPr>
            <a:spLocks noGrp="1"/>
          </p:cNvSpPr>
          <p:nvPr>
            <p:ph type="sldNum" sz="quarter" idx="14"/>
          </p:nvPr>
        </p:nvSpPr>
        <p:spPr>
          <a:xfrm>
            <a:off x="145716" y="508084"/>
            <a:ext cx="429372" cy="365125"/>
          </a:xfrm>
          <a:noFill/>
        </p:spPr>
        <p:txBody>
          <a:bodyPr rtlCol="0"/>
          <a:lstStyle/>
          <a:p>
            <a:pPr rtl="0"/>
            <a:fld id="{27F8DDA4-3B80-4E8A-A8F5-521F73BF9127}" type="slidenum">
              <a:rPr lang="en-US" smtClean="0"/>
              <a:t>‹Nº›</a:t>
            </a:fld>
            <a:endParaRPr lang="en-US"/>
          </a:p>
        </p:txBody>
      </p:sp>
      <p:sp>
        <p:nvSpPr>
          <p:cNvPr id="4" name="Marcador de fecha 3">
            <a:extLst>
              <a:ext uri="{FF2B5EF4-FFF2-40B4-BE49-F238E27FC236}">
                <a16:creationId xmlns:a16="http://schemas.microsoft.com/office/drawing/2014/main" id="{F8C94BB4-778E-86AE-EEFF-88EE621D2809}"/>
              </a:ext>
            </a:extLst>
          </p:cNvPr>
          <p:cNvSpPr>
            <a:spLocks noGrp="1"/>
          </p:cNvSpPr>
          <p:nvPr>
            <p:ph type="dt" sz="half" idx="10"/>
          </p:nvPr>
        </p:nvSpPr>
        <p:spPr>
          <a:xfrm>
            <a:off x="603663" y="508084"/>
            <a:ext cx="1203320" cy="365125"/>
          </a:xfrm>
          <a:solidFill>
            <a:schemeClr val="bg2"/>
          </a:solidFill>
        </p:spPr>
        <p:txBody>
          <a:bodyPr rtlCol="0"/>
          <a:lstStyle>
            <a:lvl1pPr algn="l">
              <a:defRPr/>
            </a:lvl1pPr>
          </a:lstStyle>
          <a:p>
            <a:pPr rtl="0"/>
            <a:r>
              <a:rPr lang="en-US"/>
              <a:t>11/8/2025</a:t>
            </a:r>
          </a:p>
        </p:txBody>
      </p:sp>
      <p:sp>
        <p:nvSpPr>
          <p:cNvPr id="5" name="Marcador de pie de página 4">
            <a:extLst>
              <a:ext uri="{FF2B5EF4-FFF2-40B4-BE49-F238E27FC236}">
                <a16:creationId xmlns:a16="http://schemas.microsoft.com/office/drawing/2014/main" id="{4098519F-6576-5C5F-82CA-E9D93EB8AD91}"/>
              </a:ext>
            </a:extLst>
          </p:cNvPr>
          <p:cNvSpPr>
            <a:spLocks noGrp="1"/>
          </p:cNvSpPr>
          <p:nvPr>
            <p:ph type="ftr" sz="quarter" idx="11"/>
          </p:nvPr>
        </p:nvSpPr>
        <p:spPr>
          <a:xfrm>
            <a:off x="10134603" y="612063"/>
            <a:ext cx="1487296" cy="478334"/>
          </a:xfrm>
          <a:solidFill>
            <a:schemeClr val="bg2"/>
          </a:solidFill>
        </p:spPr>
        <p:txBody>
          <a:bodyPr rtlCol="0" anchor="t"/>
          <a:lstStyle>
            <a:lvl1pPr algn="r">
              <a:defRPr sz="1050"/>
            </a:lvl1pPr>
          </a:lstStyle>
          <a:p>
            <a:pPr rtl="0"/>
            <a:r>
              <a:rPr lang="es"/>
              <a:t>Ejemplo de Texto de pie de página</a:t>
            </a:r>
          </a:p>
        </p:txBody>
      </p:sp>
    </p:spTree>
    <p:extLst>
      <p:ext uri="{BB962C8B-B14F-4D97-AF65-F5344CB8AC3E}">
        <p14:creationId xmlns:p14="http://schemas.microsoft.com/office/powerpoint/2010/main" val="7972212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ORTADA princip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9057CAB5-419B-D16F-C185-A2D3C653D2A9}"/>
              </a:ext>
            </a:extLst>
          </p:cNvPr>
          <p:cNvPicPr>
            <a:picLocks noChangeAspect="1"/>
          </p:cNvPicPr>
          <p:nvPr userDrawn="1"/>
        </p:nvPicPr>
        <p:blipFill>
          <a:blip r:embed="rId3"/>
          <a:stretch>
            <a:fillRect/>
          </a:stretch>
        </p:blipFill>
        <p:spPr>
          <a:xfrm>
            <a:off x="11859053" y="1796807"/>
            <a:ext cx="70965" cy="3264387"/>
          </a:xfrm>
          <a:prstGeom prst="rect">
            <a:avLst/>
          </a:prstGeom>
        </p:spPr>
      </p:pic>
      <p:sp>
        <p:nvSpPr>
          <p:cNvPr id="5" name="Rectángulo 4">
            <a:extLst>
              <a:ext uri="{FF2B5EF4-FFF2-40B4-BE49-F238E27FC236}">
                <a16:creationId xmlns:a16="http://schemas.microsoft.com/office/drawing/2014/main" id="{EA07B88F-3442-88EF-4332-8188DAED77CC}"/>
              </a:ext>
            </a:extLst>
          </p:cNvPr>
          <p:cNvSpPr>
            <a:spLocks noGrp="1" noRot="1" noMove="1" noResize="1" noEditPoints="1" noAdjustHandles="1" noChangeArrowheads="1" noChangeShapeType="1"/>
          </p:cNvSpPr>
          <p:nvPr userDrawn="1"/>
        </p:nvSpPr>
        <p:spPr>
          <a:xfrm>
            <a:off x="5944993" y="616688"/>
            <a:ext cx="5674686" cy="5667154"/>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6" name="Rectángulo 5">
            <a:extLst>
              <a:ext uri="{FF2B5EF4-FFF2-40B4-BE49-F238E27FC236}">
                <a16:creationId xmlns:a16="http://schemas.microsoft.com/office/drawing/2014/main" id="{FC350248-3FB5-3C6F-8D72-BDEA02FE930A}"/>
              </a:ext>
            </a:extLst>
          </p:cNvPr>
          <p:cNvSpPr/>
          <p:nvPr userDrawn="1"/>
        </p:nvSpPr>
        <p:spPr>
          <a:xfrm>
            <a:off x="6398549" y="2788646"/>
            <a:ext cx="294796" cy="294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351"/>
          </a:p>
        </p:txBody>
      </p:sp>
      <p:cxnSp>
        <p:nvCxnSpPr>
          <p:cNvPr id="7" name="Conector recto 6">
            <a:extLst>
              <a:ext uri="{FF2B5EF4-FFF2-40B4-BE49-F238E27FC236}">
                <a16:creationId xmlns:a16="http://schemas.microsoft.com/office/drawing/2014/main" id="{FF0FCBE2-3DBD-0281-D2F5-F0C94CE8BC2D}"/>
              </a:ext>
            </a:extLst>
          </p:cNvPr>
          <p:cNvCxnSpPr>
            <a:cxnSpLocks/>
          </p:cNvCxnSpPr>
          <p:nvPr userDrawn="1"/>
        </p:nvCxnSpPr>
        <p:spPr>
          <a:xfrm>
            <a:off x="6996223" y="4106486"/>
            <a:ext cx="41148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3" name="Marcador de título 1">
            <a:extLst>
              <a:ext uri="{FF2B5EF4-FFF2-40B4-BE49-F238E27FC236}">
                <a16:creationId xmlns:a16="http://schemas.microsoft.com/office/drawing/2014/main" id="{F586EB83-3340-7C71-15A1-A44304B30029}"/>
              </a:ext>
            </a:extLst>
          </p:cNvPr>
          <p:cNvSpPr>
            <a:spLocks noGrp="1"/>
          </p:cNvSpPr>
          <p:nvPr>
            <p:ph type="title" hasCustomPrompt="1"/>
          </p:nvPr>
        </p:nvSpPr>
        <p:spPr>
          <a:xfrm>
            <a:off x="6915809" y="2601411"/>
            <a:ext cx="4377817" cy="1306054"/>
          </a:xfrm>
          <a:prstGeom prst="rect">
            <a:avLst/>
          </a:prstGeom>
        </p:spPr>
        <p:txBody>
          <a:bodyPr vert="horz" lIns="91440" tIns="45720" rIns="91440" bIns="45720" rtlCol="0" anchor="ctr">
            <a:normAutofit/>
          </a:bodyPr>
          <a:lstStyle>
            <a:lvl1pPr>
              <a:defRPr b="1">
                <a:solidFill>
                  <a:schemeClr val="bg1"/>
                </a:solidFill>
                <a:latin typeface="Arial" panose="020B0604020202020204" pitchFamily="34" charset="0"/>
                <a:cs typeface="Arial" panose="020B0604020202020204" pitchFamily="34" charset="0"/>
              </a:defRPr>
            </a:lvl1pPr>
          </a:lstStyle>
          <a:p>
            <a:r>
              <a:rPr lang="es-MX" dirty="0"/>
              <a:t>Haz clic para modificar título</a:t>
            </a:r>
            <a:endParaRPr lang="es-CL" dirty="0"/>
          </a:p>
        </p:txBody>
      </p:sp>
      <p:sp>
        <p:nvSpPr>
          <p:cNvPr id="12" name="Holder 3">
            <a:extLst>
              <a:ext uri="{FF2B5EF4-FFF2-40B4-BE49-F238E27FC236}">
                <a16:creationId xmlns:a16="http://schemas.microsoft.com/office/drawing/2014/main" id="{3F9325FC-E030-BCB8-203E-374A8BE898B6}"/>
              </a:ext>
            </a:extLst>
          </p:cNvPr>
          <p:cNvSpPr>
            <a:spLocks noGrp="1"/>
          </p:cNvSpPr>
          <p:nvPr>
            <p:ph type="subTitle" idx="4"/>
          </p:nvPr>
        </p:nvSpPr>
        <p:spPr>
          <a:xfrm>
            <a:off x="6937285" y="4305507"/>
            <a:ext cx="4356341" cy="614285"/>
          </a:xfrm>
          <a:prstGeom prst="rect">
            <a:avLst/>
          </a:prstGeom>
        </p:spPr>
        <p:txBody>
          <a:bodyPr wrap="square" lIns="0" tIns="0" rIns="0" bIns="0">
            <a:spAutoFit/>
          </a:bodyPr>
          <a:lstStyle>
            <a:lvl1pPr>
              <a:defRPr sz="2400">
                <a:solidFill>
                  <a:schemeClr val="bg1"/>
                </a:solidFill>
                <a:latin typeface="Arial" panose="020B0604020202020204" pitchFamily="34" charset="0"/>
                <a:cs typeface="Arial" panose="020B0604020202020204" pitchFamily="34" charset="0"/>
              </a:defRPr>
            </a:lvl1pPr>
          </a:lstStyle>
          <a:p>
            <a:endParaRPr dirty="0"/>
          </a:p>
        </p:txBody>
      </p:sp>
      <p:pic>
        <p:nvPicPr>
          <p:cNvPr id="4" name="Imagen 3">
            <a:extLst>
              <a:ext uri="{FF2B5EF4-FFF2-40B4-BE49-F238E27FC236}">
                <a16:creationId xmlns:a16="http://schemas.microsoft.com/office/drawing/2014/main" id="{952E45F7-DBA7-0067-88AC-2B33C1A8CB98}"/>
              </a:ext>
            </a:extLst>
          </p:cNvPr>
          <p:cNvPicPr>
            <a:picLocks noChangeAspect="1"/>
          </p:cNvPicPr>
          <p:nvPr userDrawn="1"/>
        </p:nvPicPr>
        <p:blipFill>
          <a:blip r:embed="rId4"/>
          <a:stretch>
            <a:fillRect/>
          </a:stretch>
        </p:blipFill>
        <p:spPr>
          <a:xfrm>
            <a:off x="7168812" y="1206961"/>
            <a:ext cx="3375906" cy="542314"/>
          </a:xfrm>
          <a:prstGeom prst="rect">
            <a:avLst/>
          </a:prstGeom>
        </p:spPr>
      </p:pic>
    </p:spTree>
    <p:extLst>
      <p:ext uri="{BB962C8B-B14F-4D97-AF65-F5344CB8AC3E}">
        <p14:creationId xmlns:p14="http://schemas.microsoft.com/office/powerpoint/2010/main" val="31830910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ido con imagen 18">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
            <a:ext cx="4800600" cy="4822372"/>
          </a:xfrm>
          <a:blipFill>
            <a:blip r:embed="rId2">
              <a:alphaModFix amt="70000"/>
            </a:blip>
            <a:stretch>
              <a:fillRect/>
            </a:stretch>
          </a:blipFill>
        </p:spPr>
        <p:txBody>
          <a:bodyPr rtlCol="0"/>
          <a:lstStyle>
            <a:lvl1pPr marL="0" indent="0">
              <a:buNone/>
              <a:defRPr/>
            </a:lvl1pPr>
          </a:lstStyle>
          <a:p>
            <a:pPr rtl="0"/>
            <a:r>
              <a:rPr lang="es"/>
              <a:t> </a:t>
            </a:r>
          </a:p>
        </p:txBody>
      </p:sp>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5" y="4374100"/>
            <a:ext cx="3897905" cy="1380814"/>
          </a:xfrm>
        </p:spPr>
        <p:txBody>
          <a:bodyPr lIns="137160" tIns="137160" rtlCol="0" anchor="t"/>
          <a:lstStyle>
            <a:lvl1pPr>
              <a:defRPr/>
            </a:lvl1pPr>
          </a:lstStyle>
          <a:p>
            <a:pPr rtl="0"/>
            <a:r>
              <a:rPr lang="es"/>
              <a:t>Haga clic para modificar el estilo de título del patrón</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5389516" y="685800"/>
            <a:ext cx="5430884" cy="5204983"/>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602974" y="6029867"/>
            <a:ext cx="1911096" cy="365126"/>
          </a:xfrm>
          <a:solidFill>
            <a:schemeClr val="bg1"/>
          </a:solidFill>
        </p:spPr>
        <p:txBody>
          <a:bodyPr rtlCol="0" anchor="ctr"/>
          <a:lstStyle>
            <a:lvl1pPr algn="l">
              <a:defRPr/>
            </a:lvl1pPr>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solidFill>
            <a:schemeClr val="bg1"/>
          </a:solidFill>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1035886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ítulo con imagen">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 name="Conector recto 12">
            <a:extLst>
              <a:ext uri="{FF2B5EF4-FFF2-40B4-BE49-F238E27FC236}">
                <a16:creationId xmlns:a16="http://schemas.microsoft.com/office/drawing/2014/main" id="{1CBB8E81-5147-5506-5F4B-DBC0E7AF26E1}"/>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cto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96332" y="768924"/>
            <a:ext cx="0" cy="48006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Marcador de posición de imagen 9">
            <a:extLst>
              <a:ext uri="{FF2B5EF4-FFF2-40B4-BE49-F238E27FC236}">
                <a16:creationId xmlns:a16="http://schemas.microsoft.com/office/drawing/2014/main" id="{F1A205B3-F30A-B2B0-2AFF-593443D32773}"/>
              </a:ext>
              <a:ext uri="{C183D7F6-B498-43B3-948B-1728B52AA6E4}">
                <adec:decorative xmlns:adec="http://schemas.microsoft.com/office/drawing/2017/decorative" val="0"/>
              </a:ext>
            </a:extLst>
          </p:cNvPr>
          <p:cNvSpPr>
            <a:spLocks noGrp="1"/>
          </p:cNvSpPr>
          <p:nvPr>
            <p:ph type="pic" sz="quarter" idx="14" hasCustomPrompt="1"/>
          </p:nvPr>
        </p:nvSpPr>
        <p:spPr>
          <a:xfrm>
            <a:off x="5503863" y="1354138"/>
            <a:ext cx="5322887" cy="4481512"/>
          </a:xfrm>
          <a:blipFill>
            <a:blip r:embed="rId2">
              <a:alphaModFix amt="70000"/>
            </a:blip>
            <a:stretch>
              <a:fillRect/>
            </a:stretch>
          </a:blipFill>
        </p:spPr>
        <p:txBody>
          <a:bodyPr rtlCol="0"/>
          <a:lstStyle>
            <a:lvl1pPr marL="0" indent="0">
              <a:buNone/>
              <a:defRPr/>
            </a:lvl1pPr>
          </a:lstStyle>
          <a:p>
            <a:pPr rtl="0"/>
            <a:r>
              <a:rPr lang="es"/>
              <a:t> </a:t>
            </a:r>
          </a:p>
        </p:txBody>
      </p:sp>
      <p:sp>
        <p:nvSpPr>
          <p:cNvPr id="2" name="Título 1">
            <a:extLst>
              <a:ext uri="{FF2B5EF4-FFF2-40B4-BE49-F238E27FC236}">
                <a16:creationId xmlns:a16="http://schemas.microsoft.com/office/drawing/2014/main" id="{DE07B916-0B90-35E7-AFFD-50AAA1ED4584}"/>
              </a:ext>
            </a:extLst>
          </p:cNvPr>
          <p:cNvSpPr>
            <a:spLocks noGrp="1"/>
          </p:cNvSpPr>
          <p:nvPr>
            <p:ph type="ctrTitle"/>
          </p:nvPr>
        </p:nvSpPr>
        <p:spPr>
          <a:xfrm>
            <a:off x="914400" y="831992"/>
            <a:ext cx="5897880" cy="4258956"/>
          </a:xfrm>
          <a:solidFill>
            <a:schemeClr val="bg2"/>
          </a:solidFill>
        </p:spPr>
        <p:txBody>
          <a:bodyPr lIns="182880" rIns="228600" bIns="91440" rtlCol="0" anchor="b">
            <a:normAutofit/>
          </a:bodyPr>
          <a:lstStyle>
            <a:lvl1pPr algn="r">
              <a:lnSpc>
                <a:spcPct val="80000"/>
              </a:lnSpc>
              <a:defRPr sz="7200">
                <a:solidFill>
                  <a:schemeClr val="accent1"/>
                </a:solidFill>
              </a:defRPr>
            </a:lvl1pPr>
          </a:lstStyle>
          <a:p>
            <a:pPr rtl="0"/>
            <a:r>
              <a:rPr lang="es"/>
              <a:t>Haga clic para modificar el estilo de título del patrón</a:t>
            </a:r>
            <a:endParaRPr lang="en-US"/>
          </a:p>
        </p:txBody>
      </p:sp>
      <p:sp>
        <p:nvSpPr>
          <p:cNvPr id="3" name="Subtítulo 2">
            <a:extLst>
              <a:ext uri="{FF2B5EF4-FFF2-40B4-BE49-F238E27FC236}">
                <a16:creationId xmlns:a16="http://schemas.microsoft.com/office/drawing/2014/main" id="{926AEA00-2D64-E177-C13E-F879B49AC353}"/>
              </a:ext>
            </a:extLst>
          </p:cNvPr>
          <p:cNvSpPr>
            <a:spLocks noGrp="1"/>
          </p:cNvSpPr>
          <p:nvPr>
            <p:ph type="subTitle" idx="1"/>
          </p:nvPr>
        </p:nvSpPr>
        <p:spPr>
          <a:xfrm>
            <a:off x="605431" y="5372809"/>
            <a:ext cx="2364946" cy="909119"/>
          </a:xfrm>
          <a:solidFill>
            <a:schemeClr val="bg2"/>
          </a:solidFill>
        </p:spPr>
        <p:txBody>
          <a:bodyPr vert="horz" lIns="91440" tIns="45720" rIns="91440" bIns="45720" rtlCol="0" anchor="b">
            <a:normAutofit/>
          </a:bodyPr>
          <a:lstStyle>
            <a:lvl1pPr marL="0" indent="0">
              <a:lnSpc>
                <a:spcPct val="100000"/>
              </a:lnSpc>
              <a:buNone/>
              <a:defRPr lang="en-US" sz="1600" cap="all" baseline="0" dirty="0">
                <a:solidFill>
                  <a:schemeClr val="accent3">
                    <a:lumMod val="75000"/>
                  </a:schemeClr>
                </a:solidFill>
                <a:latin typeface="+mj-lt"/>
              </a:defRPr>
            </a:lvl1pPr>
          </a:lstStyle>
          <a:p>
            <a:pPr lvl="0" rtl="0"/>
            <a:r>
              <a:rPr lang="es"/>
              <a:t>Haga clic para editar el estilo de subtítulo del patrón</a:t>
            </a:r>
            <a:endParaRPr lang="en-US"/>
          </a:p>
        </p:txBody>
      </p:sp>
      <p:sp>
        <p:nvSpPr>
          <p:cNvPr id="5" name="Marcador de pie de página 4">
            <a:extLst>
              <a:ext uri="{FF2B5EF4-FFF2-40B4-BE49-F238E27FC236}">
                <a16:creationId xmlns:a16="http://schemas.microsoft.com/office/drawing/2014/main" id="{4098519F-6576-5C5F-82CA-E9D93EB8AD91}"/>
              </a:ext>
            </a:extLst>
          </p:cNvPr>
          <p:cNvSpPr>
            <a:spLocks noGrp="1"/>
          </p:cNvSpPr>
          <p:nvPr>
            <p:ph type="ftr" sz="quarter" idx="11"/>
          </p:nvPr>
        </p:nvSpPr>
        <p:spPr>
          <a:xfrm>
            <a:off x="9547529" y="612251"/>
            <a:ext cx="2070397" cy="518965"/>
          </a:xfrm>
          <a:solidFill>
            <a:schemeClr val="bg2"/>
          </a:solidFill>
        </p:spPr>
        <p:txBody>
          <a:bodyPr rtlCol="0" anchor="t"/>
          <a:lstStyle>
            <a:lvl1pPr algn="r">
              <a:defRPr sz="1050"/>
            </a:lvl1pPr>
          </a:lstStyle>
          <a:p>
            <a:pPr rtl="0"/>
            <a:r>
              <a:rPr lang="es"/>
              <a:t>Ejemplo de Texto de pie de página</a:t>
            </a:r>
          </a:p>
        </p:txBody>
      </p:sp>
      <p:sp>
        <p:nvSpPr>
          <p:cNvPr id="4" name="Marcador de fecha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7326" y="5229935"/>
            <a:ext cx="1223795" cy="365125"/>
          </a:xfrm>
          <a:solidFill>
            <a:schemeClr val="bg2"/>
          </a:solidFill>
        </p:spPr>
        <p:txBody>
          <a:bodyPr rIns="182880" rtlCol="0"/>
          <a:lstStyle/>
          <a:p>
            <a:pPr rtl="0"/>
            <a:r>
              <a:rPr lang="en-US"/>
              <a:t>11/8/2025</a:t>
            </a:r>
          </a:p>
        </p:txBody>
      </p:sp>
      <p:sp>
        <p:nvSpPr>
          <p:cNvPr id="6" name="Marcador de número de diapositiva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01400" y="6029866"/>
            <a:ext cx="461438" cy="365125"/>
          </a:xfrm>
          <a:solidFill>
            <a:schemeClr val="bg2"/>
          </a:solidFill>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39085715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i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602986" y="265728"/>
            <a:ext cx="10981137" cy="1325563"/>
          </a:xfrm>
          <a:noFill/>
        </p:spPr>
        <p:txBody>
          <a:bodyPr rtlCol="0"/>
          <a:lstStyle>
            <a:lvl1pPr>
              <a:defRPr/>
            </a:lvl1pPr>
          </a:lstStyle>
          <a:p>
            <a:pPr rtl="0"/>
            <a:r>
              <a:rPr lang="es"/>
              <a:t>Haga clic para modificar el estilo de título del patrón</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602986" y="1736176"/>
            <a:ext cx="10981137" cy="4198867"/>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30621897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ítulo con imagen 2">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Conector recto 11">
            <a:extLst>
              <a:ext uri="{FF2B5EF4-FFF2-40B4-BE49-F238E27FC236}">
                <a16:creationId xmlns:a16="http://schemas.microsoft.com/office/drawing/2014/main" id="{703AEE2D-28E0-27BB-C888-0E680A8672DD}"/>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19" name="Marcador de posición de imagen 18">
            <a:extLst>
              <a:ext uri="{FF2B5EF4-FFF2-40B4-BE49-F238E27FC236}">
                <a16:creationId xmlns:a16="http://schemas.microsoft.com/office/drawing/2014/main" id="{A4559E1C-1A97-34BF-0042-9A52A91DA7B8}"/>
              </a:ext>
            </a:extLst>
          </p:cNvPr>
          <p:cNvSpPr>
            <a:spLocks noGrp="1"/>
          </p:cNvSpPr>
          <p:nvPr>
            <p:ph type="pic" sz="quarter" idx="13" hasCustomPrompt="1"/>
          </p:nvPr>
        </p:nvSpPr>
        <p:spPr>
          <a:xfrm>
            <a:off x="0" y="0"/>
            <a:ext cx="8077200" cy="5486400"/>
          </a:xfrm>
          <a:custGeom>
            <a:avLst/>
            <a:gdLst>
              <a:gd name="connsiteX0" fmla="*/ 0 w 8077200"/>
              <a:gd name="connsiteY0" fmla="*/ 0 h 5486400"/>
              <a:gd name="connsiteX1" fmla="*/ 8077200 w 8077200"/>
              <a:gd name="connsiteY1" fmla="*/ 0 h 5486400"/>
              <a:gd name="connsiteX2" fmla="*/ 8077200 w 8077200"/>
              <a:gd name="connsiteY2" fmla="*/ 3429000 h 5486400"/>
              <a:gd name="connsiteX3" fmla="*/ 4003452 w 8077200"/>
              <a:gd name="connsiteY3" fmla="*/ 3429000 h 5486400"/>
              <a:gd name="connsiteX4" fmla="*/ 4003452 w 8077200"/>
              <a:gd name="connsiteY4" fmla="*/ 5486400 h 5486400"/>
              <a:gd name="connsiteX5" fmla="*/ 0 w 8077200"/>
              <a:gd name="connsiteY5" fmla="*/ 548640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77200" h="5486400">
                <a:moveTo>
                  <a:pt x="0" y="0"/>
                </a:moveTo>
                <a:lnTo>
                  <a:pt x="8077200" y="0"/>
                </a:lnTo>
                <a:lnTo>
                  <a:pt x="8077200" y="3429000"/>
                </a:lnTo>
                <a:lnTo>
                  <a:pt x="4003452" y="3429000"/>
                </a:lnTo>
                <a:lnTo>
                  <a:pt x="4003452" y="5486400"/>
                </a:lnTo>
                <a:lnTo>
                  <a:pt x="0" y="5486400"/>
                </a:lnTo>
                <a:close/>
              </a:path>
            </a:pathLst>
          </a:custGeom>
          <a:blipFill>
            <a:blip r:embed="rId2">
              <a:alphaModFix amt="70000"/>
            </a:blip>
            <a:stretch>
              <a:fillRect/>
            </a:stretch>
          </a:blipFill>
        </p:spPr>
        <p:txBody>
          <a:bodyPr wrap="square" rtlCol="0">
            <a:noAutofit/>
          </a:bodyPr>
          <a:lstStyle>
            <a:lvl1pPr marL="0" indent="0">
              <a:buNone/>
              <a:defRPr/>
            </a:lvl1pPr>
          </a:lstStyle>
          <a:p>
            <a:pPr rtl="0"/>
            <a:r>
              <a:rPr lang="es"/>
              <a:t> </a:t>
            </a:r>
          </a:p>
        </p:txBody>
      </p:sp>
      <p:sp>
        <p:nvSpPr>
          <p:cNvPr id="2" name="Título 1">
            <a:extLst>
              <a:ext uri="{FF2B5EF4-FFF2-40B4-BE49-F238E27FC236}">
                <a16:creationId xmlns:a16="http://schemas.microsoft.com/office/drawing/2014/main" id="{DE07B916-0B90-35E7-AFFD-50AAA1ED4584}"/>
              </a:ext>
            </a:extLst>
          </p:cNvPr>
          <p:cNvSpPr>
            <a:spLocks noGrp="1"/>
          </p:cNvSpPr>
          <p:nvPr>
            <p:ph type="ctrTitle"/>
          </p:nvPr>
        </p:nvSpPr>
        <p:spPr>
          <a:xfrm>
            <a:off x="4004737" y="3339967"/>
            <a:ext cx="6838935" cy="2657530"/>
          </a:xfrm>
          <a:solidFill>
            <a:schemeClr val="bg2"/>
          </a:solidFill>
        </p:spPr>
        <p:txBody>
          <a:bodyPr vert="horz" lIns="137160" tIns="228600" rIns="91440" bIns="137160" rtlCol="0" anchor="t">
            <a:normAutofit/>
          </a:bodyPr>
          <a:lstStyle>
            <a:lvl1pPr>
              <a:lnSpc>
                <a:spcPct val="80000"/>
              </a:lnSpc>
              <a:defRPr lang="en-US" sz="6800" spc="-100" baseline="0" dirty="0">
                <a:solidFill>
                  <a:schemeClr val="accent1"/>
                </a:solidFill>
              </a:defRPr>
            </a:lvl1pPr>
          </a:lstStyle>
          <a:p>
            <a:pPr lvl="0" rtl="0"/>
            <a:r>
              <a:rPr lang="es"/>
              <a:t>Haga clic para modificar el estilo de título del patrón</a:t>
            </a:r>
            <a:endParaRPr lang="en-US"/>
          </a:p>
        </p:txBody>
      </p:sp>
      <p:sp>
        <p:nvSpPr>
          <p:cNvPr id="3" name="Subtítulo 2">
            <a:extLst>
              <a:ext uri="{FF2B5EF4-FFF2-40B4-BE49-F238E27FC236}">
                <a16:creationId xmlns:a16="http://schemas.microsoft.com/office/drawing/2014/main" id="{926AEA00-2D64-E177-C13E-F879B49AC353}"/>
              </a:ext>
            </a:extLst>
          </p:cNvPr>
          <p:cNvSpPr>
            <a:spLocks noGrp="1"/>
          </p:cNvSpPr>
          <p:nvPr>
            <p:ph type="subTitle" idx="1"/>
          </p:nvPr>
        </p:nvSpPr>
        <p:spPr>
          <a:xfrm>
            <a:off x="4004737" y="5997496"/>
            <a:ext cx="6881278" cy="582705"/>
          </a:xfrm>
        </p:spPr>
        <p:txBody>
          <a:bodyPr vert="horz" lIns="164592" tIns="45720" rIns="91440" bIns="45720" rtlCol="0">
            <a:normAutofit/>
          </a:bodyPr>
          <a:lstStyle>
            <a:lvl1pPr marL="0" indent="0">
              <a:buNone/>
              <a:defRPr lang="en-US" sz="1600" cap="all" baseline="0" dirty="0">
                <a:solidFill>
                  <a:schemeClr val="accent3">
                    <a:lumMod val="75000"/>
                  </a:schemeClr>
                </a:solidFill>
                <a:latin typeface="+mj-lt"/>
              </a:defRPr>
            </a:lvl1pPr>
          </a:lstStyle>
          <a:p>
            <a:pPr lvl="0" rtl="0"/>
            <a:r>
              <a:rPr lang="es"/>
              <a:t>Haga clic para editar el estilo de subtítulo del patrón</a:t>
            </a:r>
            <a:endParaRPr lang="en-US"/>
          </a:p>
        </p:txBody>
      </p:sp>
      <p:sp>
        <p:nvSpPr>
          <p:cNvPr id="5" name="Marcador de pie de página 4">
            <a:extLst>
              <a:ext uri="{FF2B5EF4-FFF2-40B4-BE49-F238E27FC236}">
                <a16:creationId xmlns:a16="http://schemas.microsoft.com/office/drawing/2014/main" id="{4098519F-6576-5C5F-82CA-E9D93EB8AD91}"/>
              </a:ext>
            </a:extLst>
          </p:cNvPr>
          <p:cNvSpPr>
            <a:spLocks noGrp="1"/>
          </p:cNvSpPr>
          <p:nvPr>
            <p:ph type="ftr" sz="quarter" idx="11"/>
          </p:nvPr>
        </p:nvSpPr>
        <p:spPr>
          <a:xfrm>
            <a:off x="8465270" y="446266"/>
            <a:ext cx="3156629" cy="582705"/>
          </a:xfrm>
          <a:solidFill>
            <a:schemeClr val="bg2"/>
          </a:solidFill>
        </p:spPr>
        <p:txBody>
          <a:bodyPr rtlCol="0" anchor="ctr"/>
          <a:lstStyle>
            <a:lvl1pPr algn="r">
              <a:defRPr sz="1050"/>
            </a:lvl1pPr>
          </a:lstStyle>
          <a:p>
            <a:pPr rtl="0"/>
            <a:r>
              <a:rPr lang="es"/>
              <a:t>Ejemplo de Texto de pie de página</a:t>
            </a:r>
          </a:p>
        </p:txBody>
      </p:sp>
      <p:sp>
        <p:nvSpPr>
          <p:cNvPr id="4" name="Marcador de fecha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0996" y="5229935"/>
            <a:ext cx="1223793" cy="365125"/>
          </a:xfrm>
          <a:solidFill>
            <a:schemeClr val="bg2"/>
          </a:solidFill>
        </p:spPr>
        <p:txBody>
          <a:bodyPr rIns="182880" rtlCol="0"/>
          <a:lstStyle/>
          <a:p>
            <a:pPr rtl="0"/>
            <a:r>
              <a:rPr lang="en-US"/>
              <a:t>11/8/2025</a:t>
            </a:r>
          </a:p>
        </p:txBody>
      </p:sp>
      <p:sp>
        <p:nvSpPr>
          <p:cNvPr id="6" name="Marcador de número de diapositiva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19688" y="6029868"/>
            <a:ext cx="429372" cy="365125"/>
          </a:xfrm>
          <a:solidFill>
            <a:schemeClr val="bg2"/>
          </a:solidFill>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1524284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ítulo con imagen 3">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Conector recto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396003"/>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3" name="Marcador de posición de imagen 12">
            <a:extLst>
              <a:ext uri="{FF2B5EF4-FFF2-40B4-BE49-F238E27FC236}">
                <a16:creationId xmlns:a16="http://schemas.microsoft.com/office/drawing/2014/main" id="{FD120947-D69A-84F3-7617-0239E8E5C7F8}"/>
              </a:ext>
              <a:ext uri="{C183D7F6-B498-43B3-948B-1728B52AA6E4}">
                <adec:decorative xmlns:adec="http://schemas.microsoft.com/office/drawing/2017/decorative" val="0"/>
              </a:ext>
            </a:extLst>
          </p:cNvPr>
          <p:cNvSpPr>
            <a:spLocks noGrp="1"/>
          </p:cNvSpPr>
          <p:nvPr>
            <p:ph type="pic" sz="quarter" idx="13" hasCustomPrompt="1"/>
          </p:nvPr>
        </p:nvSpPr>
        <p:spPr>
          <a:xfrm>
            <a:off x="-791" y="1371600"/>
            <a:ext cx="6706392" cy="5486400"/>
          </a:xfrm>
          <a:blipFill>
            <a:blip r:embed="rId2">
              <a:alphaModFix amt="70000"/>
            </a:blip>
            <a:stretch>
              <a:fillRect/>
            </a:stretch>
          </a:blipFill>
        </p:spPr>
        <p:txBody>
          <a:bodyPr rtlCol="0"/>
          <a:lstStyle>
            <a:lvl1pPr marL="0" indent="0">
              <a:buNone/>
              <a:defRPr/>
            </a:lvl1pPr>
          </a:lstStyle>
          <a:p>
            <a:pPr rtl="0"/>
            <a:r>
              <a:rPr lang="es"/>
              <a:t> </a:t>
            </a:r>
          </a:p>
        </p:txBody>
      </p:sp>
      <p:sp>
        <p:nvSpPr>
          <p:cNvPr id="2" name="Título 1">
            <a:extLst>
              <a:ext uri="{FF2B5EF4-FFF2-40B4-BE49-F238E27FC236}">
                <a16:creationId xmlns:a16="http://schemas.microsoft.com/office/drawing/2014/main" id="{DE07B916-0B90-35E7-AFFD-50AAA1ED4584}"/>
              </a:ext>
            </a:extLst>
          </p:cNvPr>
          <p:cNvSpPr>
            <a:spLocks noGrp="1"/>
          </p:cNvSpPr>
          <p:nvPr>
            <p:ph type="ctrTitle"/>
          </p:nvPr>
        </p:nvSpPr>
        <p:spPr>
          <a:xfrm>
            <a:off x="4133850" y="685799"/>
            <a:ext cx="6373670" cy="2743201"/>
          </a:xfrm>
          <a:solidFill>
            <a:schemeClr val="bg2"/>
          </a:solidFill>
        </p:spPr>
        <p:txBody>
          <a:bodyPr vert="horz" lIns="182880" tIns="45720" rIns="91440" bIns="91440" rtlCol="0" anchor="b">
            <a:normAutofit/>
          </a:bodyPr>
          <a:lstStyle>
            <a:lvl1pPr>
              <a:lnSpc>
                <a:spcPct val="80000"/>
              </a:lnSpc>
              <a:defRPr lang="en-US" sz="6800" dirty="0">
                <a:solidFill>
                  <a:schemeClr val="accent1"/>
                </a:solidFill>
              </a:defRPr>
            </a:lvl1pPr>
          </a:lstStyle>
          <a:p>
            <a:pPr lvl="0" rtl="0"/>
            <a:r>
              <a:rPr lang="es"/>
              <a:t>Haga clic para modificar el estilo de título del patrón</a:t>
            </a:r>
            <a:endParaRPr lang="en-US"/>
          </a:p>
        </p:txBody>
      </p:sp>
      <p:sp>
        <p:nvSpPr>
          <p:cNvPr id="3" name="Subtítulo 2">
            <a:extLst>
              <a:ext uri="{FF2B5EF4-FFF2-40B4-BE49-F238E27FC236}">
                <a16:creationId xmlns:a16="http://schemas.microsoft.com/office/drawing/2014/main" id="{926AEA00-2D64-E177-C13E-F879B49AC353}"/>
              </a:ext>
            </a:extLst>
          </p:cNvPr>
          <p:cNvSpPr>
            <a:spLocks noGrp="1"/>
          </p:cNvSpPr>
          <p:nvPr>
            <p:ph type="subTitle" idx="1"/>
          </p:nvPr>
        </p:nvSpPr>
        <p:spPr>
          <a:xfrm>
            <a:off x="7500457" y="5570290"/>
            <a:ext cx="4114799" cy="699518"/>
          </a:xfrm>
        </p:spPr>
        <p:txBody>
          <a:bodyPr vert="horz" lIns="91440" tIns="45720" rIns="91440" bIns="45720" rtlCol="0" anchor="b">
            <a:normAutofit/>
          </a:bodyPr>
          <a:lstStyle>
            <a:lvl1pPr marL="0" indent="0" algn="r">
              <a:buNone/>
              <a:defRPr lang="en-US" sz="1600" cap="all" baseline="0" dirty="0">
                <a:solidFill>
                  <a:schemeClr val="accent3">
                    <a:lumMod val="75000"/>
                  </a:schemeClr>
                </a:solidFill>
                <a:latin typeface="+mj-lt"/>
              </a:defRPr>
            </a:lvl1pPr>
          </a:lstStyle>
          <a:p>
            <a:pPr lvl="0" rtl="0"/>
            <a:r>
              <a:rPr lang="es"/>
              <a:t>Haga clic para editar el estilo de subtítulo del patrón</a:t>
            </a:r>
            <a:endParaRPr lang="en-US"/>
          </a:p>
        </p:txBody>
      </p:sp>
      <p:sp>
        <p:nvSpPr>
          <p:cNvPr id="6" name="Marcador de número de diapositiva 5">
            <a:extLst>
              <a:ext uri="{FF2B5EF4-FFF2-40B4-BE49-F238E27FC236}">
                <a16:creationId xmlns:a16="http://schemas.microsoft.com/office/drawing/2014/main" id="{B945FE83-3A40-27CC-D68D-E889297B8CA2}"/>
              </a:ext>
            </a:extLst>
          </p:cNvPr>
          <p:cNvSpPr>
            <a:spLocks noGrp="1"/>
          </p:cNvSpPr>
          <p:nvPr>
            <p:ph type="sldNum" sz="quarter" idx="14"/>
          </p:nvPr>
        </p:nvSpPr>
        <p:spPr>
          <a:xfrm>
            <a:off x="145716" y="508084"/>
            <a:ext cx="429372" cy="365125"/>
          </a:xfrm>
          <a:noFill/>
        </p:spPr>
        <p:txBody>
          <a:bodyPr rtlCol="0"/>
          <a:lstStyle/>
          <a:p>
            <a:pPr rtl="0"/>
            <a:fld id="{27F8DDA4-3B80-4E8A-A8F5-521F73BF9127}" type="slidenum">
              <a:rPr lang="en-US" smtClean="0"/>
              <a:t>‹Nº›</a:t>
            </a:fld>
            <a:endParaRPr lang="en-US"/>
          </a:p>
        </p:txBody>
      </p:sp>
      <p:sp>
        <p:nvSpPr>
          <p:cNvPr id="4" name="Marcador de fecha 3">
            <a:extLst>
              <a:ext uri="{FF2B5EF4-FFF2-40B4-BE49-F238E27FC236}">
                <a16:creationId xmlns:a16="http://schemas.microsoft.com/office/drawing/2014/main" id="{F8C94BB4-778E-86AE-EEFF-88EE621D2809}"/>
              </a:ext>
            </a:extLst>
          </p:cNvPr>
          <p:cNvSpPr>
            <a:spLocks noGrp="1"/>
          </p:cNvSpPr>
          <p:nvPr>
            <p:ph type="dt" sz="half" idx="10"/>
          </p:nvPr>
        </p:nvSpPr>
        <p:spPr>
          <a:xfrm>
            <a:off x="603663" y="508084"/>
            <a:ext cx="1203320" cy="365125"/>
          </a:xfrm>
          <a:solidFill>
            <a:schemeClr val="bg2"/>
          </a:solidFill>
        </p:spPr>
        <p:txBody>
          <a:bodyPr rtlCol="0"/>
          <a:lstStyle>
            <a:lvl1pPr algn="l">
              <a:defRPr/>
            </a:lvl1pPr>
          </a:lstStyle>
          <a:p>
            <a:pPr rtl="0"/>
            <a:r>
              <a:rPr lang="en-US"/>
              <a:t>11/8/2025</a:t>
            </a:r>
          </a:p>
        </p:txBody>
      </p:sp>
      <p:sp>
        <p:nvSpPr>
          <p:cNvPr id="5" name="Marcador de pie de página 4">
            <a:extLst>
              <a:ext uri="{FF2B5EF4-FFF2-40B4-BE49-F238E27FC236}">
                <a16:creationId xmlns:a16="http://schemas.microsoft.com/office/drawing/2014/main" id="{4098519F-6576-5C5F-82CA-E9D93EB8AD91}"/>
              </a:ext>
            </a:extLst>
          </p:cNvPr>
          <p:cNvSpPr>
            <a:spLocks noGrp="1"/>
          </p:cNvSpPr>
          <p:nvPr>
            <p:ph type="ftr" sz="quarter" idx="11"/>
          </p:nvPr>
        </p:nvSpPr>
        <p:spPr>
          <a:xfrm>
            <a:off x="10134603" y="612063"/>
            <a:ext cx="1487296" cy="478334"/>
          </a:xfrm>
          <a:solidFill>
            <a:schemeClr val="bg2"/>
          </a:solidFill>
        </p:spPr>
        <p:txBody>
          <a:bodyPr rtlCol="0" anchor="t"/>
          <a:lstStyle>
            <a:lvl1pPr algn="r">
              <a:defRPr sz="1050"/>
            </a:lvl1pPr>
          </a:lstStyle>
          <a:p>
            <a:pPr rtl="0"/>
            <a:r>
              <a:rPr lang="es"/>
              <a:t>Ejemplo de Texto de pie de página</a:t>
            </a:r>
          </a:p>
        </p:txBody>
      </p:sp>
    </p:spTree>
    <p:extLst>
      <p:ext uri="{BB962C8B-B14F-4D97-AF65-F5344CB8AC3E}">
        <p14:creationId xmlns:p14="http://schemas.microsoft.com/office/powerpoint/2010/main" val="6151992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ítulo con imagen 4">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 name="Conector recto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87188" y="1339110"/>
            <a:ext cx="0" cy="33528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84A713A6-3149-A53D-DA59-E54D39D6841D}"/>
              </a:ext>
              <a:ext uri="{C183D7F6-B498-43B3-948B-1728B52AA6E4}">
                <adec:decorative xmlns:adec="http://schemas.microsoft.com/office/drawing/2017/decorative" val="1"/>
              </a:ext>
            </a:extLst>
          </p:cNvPr>
          <p:cNvCxnSpPr>
            <a:cxnSpLocks/>
          </p:cNvCxnSpPr>
          <p:nvPr/>
        </p:nvCxnSpPr>
        <p:spPr>
          <a:xfrm>
            <a:off x="923544" y="6212428"/>
            <a:ext cx="10326625"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Marcador de posición de imagen 9">
            <a:extLst>
              <a:ext uri="{FF2B5EF4-FFF2-40B4-BE49-F238E27FC236}">
                <a16:creationId xmlns:a16="http://schemas.microsoft.com/office/drawing/2014/main" id="{F1A205B3-F30A-B2B0-2AFF-593443D32773}"/>
              </a:ext>
            </a:extLst>
          </p:cNvPr>
          <p:cNvSpPr>
            <a:spLocks noGrp="1"/>
          </p:cNvSpPr>
          <p:nvPr>
            <p:ph type="pic" sz="quarter" idx="14" hasCustomPrompt="1"/>
          </p:nvPr>
        </p:nvSpPr>
        <p:spPr>
          <a:xfrm>
            <a:off x="4800600" y="1371600"/>
            <a:ext cx="6705599" cy="4191000"/>
          </a:xfrm>
          <a:blipFill>
            <a:blip r:embed="rId2">
              <a:alphaModFix amt="70000"/>
            </a:blip>
            <a:stretch>
              <a:fillRect/>
            </a:stretch>
          </a:blipFill>
        </p:spPr>
        <p:txBody>
          <a:bodyPr rtlCol="0"/>
          <a:lstStyle>
            <a:lvl1pPr marL="0" indent="0">
              <a:buNone/>
              <a:defRPr/>
            </a:lvl1pPr>
          </a:lstStyle>
          <a:p>
            <a:pPr rtl="0"/>
            <a:r>
              <a:rPr lang="es"/>
              <a:t> </a:t>
            </a:r>
          </a:p>
        </p:txBody>
      </p:sp>
      <p:sp>
        <p:nvSpPr>
          <p:cNvPr id="2" name="Título 1">
            <a:extLst>
              <a:ext uri="{FF2B5EF4-FFF2-40B4-BE49-F238E27FC236}">
                <a16:creationId xmlns:a16="http://schemas.microsoft.com/office/drawing/2014/main" id="{DE07B916-0B90-35E7-AFFD-50AAA1ED4584}"/>
              </a:ext>
            </a:extLst>
          </p:cNvPr>
          <p:cNvSpPr>
            <a:spLocks noGrp="1"/>
          </p:cNvSpPr>
          <p:nvPr>
            <p:ph type="ctrTitle"/>
          </p:nvPr>
        </p:nvSpPr>
        <p:spPr>
          <a:xfrm>
            <a:off x="500213" y="3447288"/>
            <a:ext cx="5852160" cy="3072792"/>
          </a:xfrm>
          <a:solidFill>
            <a:schemeClr val="bg2"/>
          </a:solidFill>
        </p:spPr>
        <p:txBody>
          <a:bodyPr vert="horz" lIns="182880" tIns="45720" rIns="228600" bIns="91440" rtlCol="0" anchor="b">
            <a:normAutofit/>
          </a:bodyPr>
          <a:lstStyle>
            <a:lvl1pPr>
              <a:lnSpc>
                <a:spcPct val="80000"/>
              </a:lnSpc>
              <a:defRPr lang="en-US" sz="7200" dirty="0">
                <a:solidFill>
                  <a:schemeClr val="accent1"/>
                </a:solidFill>
              </a:defRPr>
            </a:lvl1pPr>
          </a:lstStyle>
          <a:p>
            <a:pPr lvl="0" rtl="0"/>
            <a:r>
              <a:rPr lang="es"/>
              <a:t>Haga clic para modificar el estilo de título del patrón</a:t>
            </a:r>
            <a:endParaRPr lang="en-US"/>
          </a:p>
        </p:txBody>
      </p:sp>
      <p:sp>
        <p:nvSpPr>
          <p:cNvPr id="3" name="Subtítulo 2">
            <a:extLst>
              <a:ext uri="{FF2B5EF4-FFF2-40B4-BE49-F238E27FC236}">
                <a16:creationId xmlns:a16="http://schemas.microsoft.com/office/drawing/2014/main" id="{926AEA00-2D64-E177-C13E-F879B49AC353}"/>
              </a:ext>
            </a:extLst>
          </p:cNvPr>
          <p:cNvSpPr>
            <a:spLocks noGrp="1"/>
          </p:cNvSpPr>
          <p:nvPr>
            <p:ph type="subTitle" idx="1"/>
          </p:nvPr>
        </p:nvSpPr>
        <p:spPr>
          <a:xfrm>
            <a:off x="592362" y="612648"/>
            <a:ext cx="3248116" cy="758952"/>
          </a:xfrm>
          <a:solidFill>
            <a:schemeClr val="bg2"/>
          </a:solidFill>
        </p:spPr>
        <p:txBody>
          <a:bodyPr vert="horz" lIns="91440" tIns="45720" rIns="91440" bIns="45720" rtlCol="0">
            <a:normAutofit/>
          </a:bodyPr>
          <a:lstStyle>
            <a:lvl1pPr marL="0" indent="0">
              <a:lnSpc>
                <a:spcPct val="100000"/>
              </a:lnSpc>
              <a:buNone/>
              <a:defRPr lang="en-US" sz="1600" cap="all" baseline="0" dirty="0">
                <a:solidFill>
                  <a:schemeClr val="accent3">
                    <a:lumMod val="75000"/>
                  </a:schemeClr>
                </a:solidFill>
                <a:latin typeface="+mj-lt"/>
              </a:defRPr>
            </a:lvl1pPr>
          </a:lstStyle>
          <a:p>
            <a:pPr lvl="0" rtl="0"/>
            <a:r>
              <a:rPr lang="es"/>
              <a:t>Haga clic para editar el estilo de subtítulo del patrón</a:t>
            </a:r>
            <a:endParaRPr lang="en-US"/>
          </a:p>
        </p:txBody>
      </p:sp>
      <p:sp>
        <p:nvSpPr>
          <p:cNvPr id="5" name="Marcador de pie de página 4">
            <a:extLst>
              <a:ext uri="{FF2B5EF4-FFF2-40B4-BE49-F238E27FC236}">
                <a16:creationId xmlns:a16="http://schemas.microsoft.com/office/drawing/2014/main" id="{4098519F-6576-5C5F-82CA-E9D93EB8AD91}"/>
              </a:ext>
            </a:extLst>
          </p:cNvPr>
          <p:cNvSpPr>
            <a:spLocks noGrp="1"/>
          </p:cNvSpPr>
          <p:nvPr>
            <p:ph type="ftr" sz="quarter" idx="11"/>
          </p:nvPr>
        </p:nvSpPr>
        <p:spPr>
          <a:xfrm>
            <a:off x="8763000" y="620267"/>
            <a:ext cx="2854926" cy="443682"/>
          </a:xfrm>
          <a:solidFill>
            <a:schemeClr val="bg2"/>
          </a:solidFill>
        </p:spPr>
        <p:txBody>
          <a:bodyPr rtlCol="0" anchor="t"/>
          <a:lstStyle>
            <a:lvl1pPr algn="r">
              <a:defRPr sz="1050"/>
            </a:lvl1pPr>
          </a:lstStyle>
          <a:p>
            <a:pPr rtl="0"/>
            <a:r>
              <a:rPr lang="es"/>
              <a:t>Muestra de texto de pie de página</a:t>
            </a:r>
          </a:p>
        </p:txBody>
      </p:sp>
      <p:sp>
        <p:nvSpPr>
          <p:cNvPr id="4" name="Marcador de fecha 3">
            <a:extLst>
              <a:ext uri="{FF2B5EF4-FFF2-40B4-BE49-F238E27FC236}">
                <a16:creationId xmlns:a16="http://schemas.microsoft.com/office/drawing/2014/main" id="{F8C94BB4-778E-86AE-EEFF-88EE621D2809}"/>
              </a:ext>
            </a:extLst>
          </p:cNvPr>
          <p:cNvSpPr>
            <a:spLocks noGrp="1"/>
          </p:cNvSpPr>
          <p:nvPr>
            <p:ph type="dt" sz="half" idx="10"/>
          </p:nvPr>
        </p:nvSpPr>
        <p:spPr>
          <a:xfrm>
            <a:off x="9973610" y="6055170"/>
            <a:ext cx="1256738" cy="365125"/>
          </a:xfrm>
          <a:solidFill>
            <a:schemeClr val="bg2"/>
          </a:solidFill>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30348" y="6055170"/>
            <a:ext cx="461440" cy="365125"/>
          </a:xfrm>
          <a:solidFill>
            <a:schemeClr val="bg2"/>
          </a:solidFill>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9110426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ítulo con imagen 5">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Conector recto 7">
            <a:extLst>
              <a:ext uri="{FF2B5EF4-FFF2-40B4-BE49-F238E27FC236}">
                <a16:creationId xmlns:a16="http://schemas.microsoft.com/office/drawing/2014/main" id="{84A713A6-3149-A53D-DA59-E54D39D6841D}"/>
              </a:ext>
              <a:ext uri="{C183D7F6-B498-43B3-948B-1728B52AA6E4}">
                <adec:decorative xmlns:adec="http://schemas.microsoft.com/office/drawing/2017/decorative" val="1"/>
              </a:ext>
            </a:extLst>
          </p:cNvPr>
          <p:cNvCxnSpPr>
            <a:cxnSpLocks/>
          </p:cNvCxnSpPr>
          <p:nvPr/>
        </p:nvCxnSpPr>
        <p:spPr>
          <a:xfrm>
            <a:off x="11500489" y="1054208"/>
            <a:ext cx="0" cy="478197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ítulo 1">
            <a:extLst>
              <a:ext uri="{FF2B5EF4-FFF2-40B4-BE49-F238E27FC236}">
                <a16:creationId xmlns:a16="http://schemas.microsoft.com/office/drawing/2014/main" id="{DE07B916-0B90-35E7-AFFD-50AAA1ED4584}"/>
              </a:ext>
            </a:extLst>
          </p:cNvPr>
          <p:cNvSpPr>
            <a:spLocks noGrp="1"/>
          </p:cNvSpPr>
          <p:nvPr>
            <p:ph type="ctrTitle"/>
          </p:nvPr>
        </p:nvSpPr>
        <p:spPr>
          <a:xfrm>
            <a:off x="673753" y="355601"/>
            <a:ext cx="8275505" cy="1693334"/>
          </a:xfrm>
          <a:noFill/>
        </p:spPr>
        <p:txBody>
          <a:bodyPr vert="horz" lIns="91440" tIns="45720" rIns="91440" bIns="137160" rtlCol="0" anchor="b">
            <a:normAutofit/>
          </a:bodyPr>
          <a:lstStyle>
            <a:lvl1pPr>
              <a:lnSpc>
                <a:spcPct val="80000"/>
              </a:lnSpc>
              <a:defRPr lang="en-US" sz="5800" dirty="0">
                <a:solidFill>
                  <a:schemeClr val="accent1"/>
                </a:solidFill>
              </a:defRPr>
            </a:lvl1pPr>
          </a:lstStyle>
          <a:p>
            <a:pPr lvl="0" rtl="0"/>
            <a:r>
              <a:rPr lang="es"/>
              <a:t>Haga clic para modificar el estilo de título del patrón</a:t>
            </a:r>
            <a:endParaRPr lang="en-US"/>
          </a:p>
        </p:txBody>
      </p:sp>
      <p:sp>
        <p:nvSpPr>
          <p:cNvPr id="3" name="Subtítulo 2">
            <a:extLst>
              <a:ext uri="{FF2B5EF4-FFF2-40B4-BE49-F238E27FC236}">
                <a16:creationId xmlns:a16="http://schemas.microsoft.com/office/drawing/2014/main" id="{926AEA00-2D64-E177-C13E-F879B49AC353}"/>
              </a:ext>
            </a:extLst>
          </p:cNvPr>
          <p:cNvSpPr>
            <a:spLocks noGrp="1"/>
          </p:cNvSpPr>
          <p:nvPr>
            <p:ph type="subTitle" idx="1"/>
          </p:nvPr>
        </p:nvSpPr>
        <p:spPr>
          <a:xfrm>
            <a:off x="673752" y="1902527"/>
            <a:ext cx="8275504" cy="498021"/>
          </a:xfrm>
        </p:spPr>
        <p:txBody>
          <a:bodyPr vert="horz" lIns="91440" tIns="45720" rIns="91440" bIns="45720" rtlCol="0">
            <a:normAutofit/>
          </a:bodyPr>
          <a:lstStyle>
            <a:lvl1pPr marL="0" indent="0">
              <a:lnSpc>
                <a:spcPct val="100000"/>
              </a:lnSpc>
              <a:buNone/>
              <a:defRPr lang="en-US" sz="1400" cap="all" baseline="0" dirty="0">
                <a:solidFill>
                  <a:schemeClr val="accent5"/>
                </a:solidFill>
                <a:latin typeface="+mj-lt"/>
              </a:defRPr>
            </a:lvl1pPr>
          </a:lstStyle>
          <a:p>
            <a:pPr lvl="0" rtl="0"/>
            <a:r>
              <a:rPr lang="es"/>
              <a:t>Haga clic para editar el estilo de subtítulo del patrón</a:t>
            </a:r>
            <a:endParaRPr lang="en-US"/>
          </a:p>
        </p:txBody>
      </p:sp>
      <p:sp>
        <p:nvSpPr>
          <p:cNvPr id="10" name="Marcador de posición de imagen 9">
            <a:extLst>
              <a:ext uri="{FF2B5EF4-FFF2-40B4-BE49-F238E27FC236}">
                <a16:creationId xmlns:a16="http://schemas.microsoft.com/office/drawing/2014/main" id="{4F8C8803-B94B-A385-87A1-A21C9AD88D84}"/>
              </a:ext>
            </a:extLst>
          </p:cNvPr>
          <p:cNvSpPr>
            <a:spLocks noGrp="1"/>
          </p:cNvSpPr>
          <p:nvPr>
            <p:ph type="pic" sz="quarter" idx="13" hasCustomPrompt="1"/>
          </p:nvPr>
        </p:nvSpPr>
        <p:spPr>
          <a:xfrm>
            <a:off x="-1" y="2441123"/>
            <a:ext cx="10495289" cy="4416877"/>
          </a:xfrm>
          <a:blipFill>
            <a:blip r:embed="rId2">
              <a:alphaModFix amt="70000"/>
            </a:blip>
            <a:stretch>
              <a:fillRect/>
            </a:stretch>
          </a:blipFill>
        </p:spPr>
        <p:txBody>
          <a:bodyPr rtlCol="0"/>
          <a:lstStyle>
            <a:lvl1pPr marL="0" indent="0">
              <a:buNone/>
              <a:defRPr/>
            </a:lvl1pPr>
          </a:lstStyle>
          <a:p>
            <a:pPr rtl="0"/>
            <a:r>
              <a:rPr lang="es"/>
              <a:t> </a:t>
            </a:r>
          </a:p>
        </p:txBody>
      </p:sp>
      <p:sp>
        <p:nvSpPr>
          <p:cNvPr id="5" name="Marcador de pie de página 4">
            <a:extLst>
              <a:ext uri="{FF2B5EF4-FFF2-40B4-BE49-F238E27FC236}">
                <a16:creationId xmlns:a16="http://schemas.microsoft.com/office/drawing/2014/main" id="{4098519F-6576-5C5F-82CA-E9D93EB8AD91}"/>
              </a:ext>
            </a:extLst>
          </p:cNvPr>
          <p:cNvSpPr>
            <a:spLocks noGrp="1"/>
          </p:cNvSpPr>
          <p:nvPr>
            <p:ph type="ftr" sz="quarter" idx="11"/>
          </p:nvPr>
        </p:nvSpPr>
        <p:spPr>
          <a:xfrm>
            <a:off x="9753600" y="613218"/>
            <a:ext cx="1865242" cy="535746"/>
          </a:xfrm>
          <a:solidFill>
            <a:schemeClr val="bg2"/>
          </a:solidFill>
        </p:spPr>
        <p:txBody>
          <a:bodyPr rtlCol="0" anchor="t"/>
          <a:lstStyle>
            <a:lvl1pPr algn="r">
              <a:defRPr sz="1050"/>
            </a:lvl1pPr>
          </a:lstStyle>
          <a:p>
            <a:pPr rtl="0"/>
            <a:r>
              <a:rPr lang="es"/>
              <a:t>Ejemplo de texto de pie de página</a:t>
            </a:r>
          </a:p>
        </p:txBody>
      </p:sp>
      <p:sp>
        <p:nvSpPr>
          <p:cNvPr id="4" name="Marcador de fecha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80856" y="5137717"/>
            <a:ext cx="1256738" cy="365125"/>
          </a:xfrm>
          <a:solidFill>
            <a:schemeClr val="bg2"/>
          </a:solidFill>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758D55B4-EFB5-E5DE-2242-A16C643CABC8}"/>
              </a:ext>
            </a:extLst>
          </p:cNvPr>
          <p:cNvSpPr>
            <a:spLocks noGrp="1"/>
          </p:cNvSpPr>
          <p:nvPr>
            <p:ph type="sldNum" sz="quarter" idx="12"/>
          </p:nvPr>
        </p:nvSpPr>
        <p:spPr>
          <a:xfrm>
            <a:off x="11186803" y="6029867"/>
            <a:ext cx="461440" cy="365125"/>
          </a:xfrm>
          <a:solidFill>
            <a:schemeClr val="bg2"/>
          </a:solidFill>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3384706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ítulo con imagen 6">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Conector recto 7">
            <a:extLst>
              <a:ext uri="{FF2B5EF4-FFF2-40B4-BE49-F238E27FC236}">
                <a16:creationId xmlns:a16="http://schemas.microsoft.com/office/drawing/2014/main" id="{84A713A6-3149-A53D-DA59-E54D39D6841D}"/>
              </a:ext>
              <a:ext uri="{C183D7F6-B498-43B3-948B-1728B52AA6E4}">
                <adec:decorative xmlns:adec="http://schemas.microsoft.com/office/drawing/2017/decorative" val="1"/>
              </a:ext>
            </a:extLst>
          </p:cNvPr>
          <p:cNvCxnSpPr>
            <a:cxnSpLocks/>
          </p:cNvCxnSpPr>
          <p:nvPr/>
        </p:nvCxnSpPr>
        <p:spPr>
          <a:xfrm>
            <a:off x="11502284" y="760367"/>
            <a:ext cx="0" cy="538734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ítulo 1">
            <a:extLst>
              <a:ext uri="{FF2B5EF4-FFF2-40B4-BE49-F238E27FC236}">
                <a16:creationId xmlns:a16="http://schemas.microsoft.com/office/drawing/2014/main" id="{DE07B916-0B90-35E7-AFFD-50AAA1ED4584}"/>
              </a:ext>
            </a:extLst>
          </p:cNvPr>
          <p:cNvSpPr>
            <a:spLocks noGrp="1"/>
          </p:cNvSpPr>
          <p:nvPr>
            <p:ph type="ctrTitle"/>
          </p:nvPr>
        </p:nvSpPr>
        <p:spPr>
          <a:xfrm>
            <a:off x="634070" y="4370832"/>
            <a:ext cx="9546250" cy="1668980"/>
          </a:xfrm>
          <a:solidFill>
            <a:schemeClr val="bg2"/>
          </a:solidFill>
        </p:spPr>
        <p:txBody>
          <a:bodyPr vert="horz" lIns="91440" tIns="45720" rIns="91440" bIns="0" rtlCol="0" anchor="b">
            <a:normAutofit/>
          </a:bodyPr>
          <a:lstStyle>
            <a:lvl1pPr>
              <a:lnSpc>
                <a:spcPct val="80000"/>
              </a:lnSpc>
              <a:defRPr lang="en-US" sz="6600" dirty="0">
                <a:solidFill>
                  <a:schemeClr val="accent1"/>
                </a:solidFill>
              </a:defRPr>
            </a:lvl1pPr>
          </a:lstStyle>
          <a:p>
            <a:pPr lvl="0" rtl="0"/>
            <a:r>
              <a:rPr lang="es"/>
              <a:t>Haga clic para modificar el estilo de título del patrón</a:t>
            </a:r>
            <a:endParaRPr lang="en-US"/>
          </a:p>
        </p:txBody>
      </p:sp>
      <p:sp>
        <p:nvSpPr>
          <p:cNvPr id="3" name="Subtítulo 2">
            <a:extLst>
              <a:ext uri="{FF2B5EF4-FFF2-40B4-BE49-F238E27FC236}">
                <a16:creationId xmlns:a16="http://schemas.microsoft.com/office/drawing/2014/main" id="{926AEA00-2D64-E177-C13E-F879B49AC353}"/>
              </a:ext>
            </a:extLst>
          </p:cNvPr>
          <p:cNvSpPr>
            <a:spLocks noGrp="1"/>
          </p:cNvSpPr>
          <p:nvPr>
            <p:ph type="subTitle" idx="1"/>
          </p:nvPr>
        </p:nvSpPr>
        <p:spPr>
          <a:xfrm>
            <a:off x="634070" y="6055054"/>
            <a:ext cx="9546250" cy="473761"/>
          </a:xfrm>
        </p:spPr>
        <p:txBody>
          <a:bodyPr vert="horz" lIns="91440" tIns="45720" rIns="91440" bIns="45720" rtlCol="0">
            <a:normAutofit/>
          </a:bodyPr>
          <a:lstStyle>
            <a:lvl1pPr marL="0" indent="0">
              <a:lnSpc>
                <a:spcPct val="100000"/>
              </a:lnSpc>
              <a:buNone/>
              <a:defRPr lang="en-US" sz="1400" cap="all" baseline="0" dirty="0">
                <a:solidFill>
                  <a:schemeClr val="accent5"/>
                </a:solidFill>
                <a:latin typeface="+mj-lt"/>
              </a:defRPr>
            </a:lvl1pPr>
          </a:lstStyle>
          <a:p>
            <a:pPr lvl="0" rtl="0"/>
            <a:r>
              <a:rPr lang="es"/>
              <a:t>Haga clic para editar el estilo de subtítulo del patrón</a:t>
            </a:r>
            <a:endParaRPr lang="en-US"/>
          </a:p>
        </p:txBody>
      </p:sp>
      <p:sp>
        <p:nvSpPr>
          <p:cNvPr id="10" name="Marcador de posición de imagen 9">
            <a:extLst>
              <a:ext uri="{FF2B5EF4-FFF2-40B4-BE49-F238E27FC236}">
                <a16:creationId xmlns:a16="http://schemas.microsoft.com/office/drawing/2014/main" id="{4F8C8803-B94B-A385-87A1-A21C9AD88D84}"/>
              </a:ext>
            </a:extLst>
          </p:cNvPr>
          <p:cNvSpPr>
            <a:spLocks noGrp="1"/>
          </p:cNvSpPr>
          <p:nvPr>
            <p:ph type="pic" sz="quarter" idx="13" hasCustomPrompt="1"/>
          </p:nvPr>
        </p:nvSpPr>
        <p:spPr>
          <a:xfrm>
            <a:off x="0" y="1"/>
            <a:ext cx="10820400" cy="4114800"/>
          </a:xfrm>
          <a:blipFill>
            <a:blip r:embed="rId2">
              <a:alphaModFix amt="70000"/>
            </a:blip>
            <a:stretch>
              <a:fillRect/>
            </a:stretch>
          </a:blipFill>
        </p:spPr>
        <p:txBody>
          <a:bodyPr rtlCol="0"/>
          <a:lstStyle>
            <a:lvl1pPr marL="0" indent="0">
              <a:buNone/>
              <a:defRPr/>
            </a:lvl1pPr>
          </a:lstStyle>
          <a:p>
            <a:pPr rtl="0"/>
            <a:r>
              <a:rPr lang="es"/>
              <a:t> </a:t>
            </a:r>
          </a:p>
        </p:txBody>
      </p:sp>
      <p:sp>
        <p:nvSpPr>
          <p:cNvPr id="5" name="Marcador de pie de página 4">
            <a:extLst>
              <a:ext uri="{FF2B5EF4-FFF2-40B4-BE49-F238E27FC236}">
                <a16:creationId xmlns:a16="http://schemas.microsoft.com/office/drawing/2014/main" id="{4098519F-6576-5C5F-82CA-E9D93EB8AD91}"/>
              </a:ext>
            </a:extLst>
          </p:cNvPr>
          <p:cNvSpPr>
            <a:spLocks noGrp="1"/>
          </p:cNvSpPr>
          <p:nvPr>
            <p:ph type="ftr" sz="quarter" idx="11"/>
          </p:nvPr>
        </p:nvSpPr>
        <p:spPr>
          <a:xfrm rot="5400000">
            <a:off x="10667029" y="1260113"/>
            <a:ext cx="1678344" cy="365125"/>
          </a:xfrm>
          <a:solidFill>
            <a:schemeClr val="bg2"/>
          </a:solidFill>
        </p:spPr>
        <p:txBody>
          <a:bodyPr rtlCol="0" anchor="ctr"/>
          <a:lstStyle>
            <a:lvl1pPr algn="l">
              <a:defRPr sz="900" b="1"/>
            </a:lvl1pPr>
          </a:lstStyle>
          <a:p>
            <a:pPr rtl="0"/>
            <a:r>
              <a:rPr lang="es"/>
              <a:t>Ejemplo de Texto de pie de página</a:t>
            </a:r>
          </a:p>
        </p:txBody>
      </p:sp>
      <p:sp>
        <p:nvSpPr>
          <p:cNvPr id="4" name="Marcador de fecha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961764" y="5297730"/>
            <a:ext cx="1091183" cy="365128"/>
          </a:xfrm>
          <a:solidFill>
            <a:schemeClr val="bg2"/>
          </a:solidFill>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25781" y="6029867"/>
            <a:ext cx="422461" cy="365125"/>
          </a:xfrm>
          <a:solidFill>
            <a:schemeClr val="bg2"/>
          </a:solidFill>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13119038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ítulo">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9" name="Conector recto 8">
            <a:extLst>
              <a:ext uri="{FF2B5EF4-FFF2-40B4-BE49-F238E27FC236}">
                <a16:creationId xmlns:a16="http://schemas.microsoft.com/office/drawing/2014/main" id="{238427E1-A276-BBD2-B377-380EC166BB79}"/>
              </a:ext>
              <a:ext uri="{C183D7F6-B498-43B3-948B-1728B52AA6E4}">
                <adec:decorative xmlns:adec="http://schemas.microsoft.com/office/drawing/2017/decorative" val="1"/>
              </a:ext>
            </a:extLst>
          </p:cNvPr>
          <p:cNvCxnSpPr>
            <a:cxnSpLocks/>
          </p:cNvCxnSpPr>
          <p:nvPr/>
        </p:nvCxnSpPr>
        <p:spPr>
          <a:xfrm>
            <a:off x="689066" y="1014984"/>
            <a:ext cx="0" cy="4471416"/>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74347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ítulo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9006837" cy="3776472"/>
          </a:xfrm>
          <a:solidFill>
            <a:schemeClr val="bg2"/>
          </a:solidFill>
        </p:spPr>
        <p:txBody>
          <a:bodyPr vert="horz" lIns="91440" tIns="45720" rIns="91440" bIns="137160" rtlCol="0" anchor="t">
            <a:normAutofit/>
          </a:bodyPr>
          <a:lstStyle>
            <a:lvl1pPr>
              <a:lnSpc>
                <a:spcPct val="80000"/>
              </a:lnSpc>
              <a:defRPr lang="en-US" sz="8000" spc="-100" baseline="0" dirty="0">
                <a:solidFill>
                  <a:schemeClr val="accent1"/>
                </a:solidFill>
              </a:defRPr>
            </a:lvl1pPr>
          </a:lstStyle>
          <a:p>
            <a:pPr lvl="0" rtl="0"/>
            <a:r>
              <a:rPr lang="es"/>
              <a:t>Haga clic para modificar el estilo de título del patrón</a:t>
            </a:r>
          </a:p>
        </p:txBody>
      </p:sp>
      <p:sp>
        <p:nvSpPr>
          <p:cNvPr id="3" name="Subtítulo 2">
            <a:extLst>
              <a:ext uri="{FF2B5EF4-FFF2-40B4-BE49-F238E27FC236}">
                <a16:creationId xmlns:a16="http://schemas.microsoft.com/office/drawing/2014/main" id="{926AEA00-2D64-E177-C13E-F879B49AC353}"/>
              </a:ext>
            </a:extLst>
          </p:cNvPr>
          <p:cNvSpPr>
            <a:spLocks noGrp="1"/>
          </p:cNvSpPr>
          <p:nvPr>
            <p:ph type="subTitle" idx="1"/>
          </p:nvPr>
        </p:nvSpPr>
        <p:spPr>
          <a:xfrm>
            <a:off x="529194" y="5496339"/>
            <a:ext cx="3585604" cy="771684"/>
          </a:xfrm>
        </p:spPr>
        <p:txBody>
          <a:bodyPr vert="horz" lIns="91440" tIns="45720" rIns="91440" bIns="45720" rtlCol="0" anchor="b">
            <a:normAutofit/>
          </a:bodyPr>
          <a:lstStyle>
            <a:lvl1pPr marL="0" indent="0">
              <a:buNone/>
              <a:defRPr lang="en-US" sz="1600" cap="all" spc="100" baseline="0" dirty="0">
                <a:solidFill>
                  <a:schemeClr val="accent5"/>
                </a:solidFill>
                <a:latin typeface="+mj-lt"/>
              </a:defRPr>
            </a:lvl1pPr>
          </a:lstStyle>
          <a:p>
            <a:pPr lvl="0" rtl="0"/>
            <a:r>
              <a:rPr lang="es"/>
              <a:t>Haga clic para editar el estilo de subtítulo del patrón</a:t>
            </a:r>
            <a:endParaRPr lang="en-US"/>
          </a:p>
        </p:txBody>
      </p:sp>
      <p:sp>
        <p:nvSpPr>
          <p:cNvPr id="5" name="Marcador de pie de página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87335"/>
            <a:ext cx="2474835" cy="496639"/>
          </a:xfrm>
          <a:noFill/>
        </p:spPr>
        <p:txBody>
          <a:bodyPr rtlCol="0"/>
          <a:lstStyle>
            <a:lvl1pPr algn="r">
              <a:defRPr sz="1050"/>
            </a:lvl1pPr>
          </a:lstStyle>
          <a:p>
            <a:pPr rtl="0"/>
            <a:r>
              <a:rPr lang="es"/>
              <a:t>Ejemplo de texto de pie de página</a:t>
            </a:r>
          </a:p>
        </p:txBody>
      </p:sp>
      <p:sp>
        <p:nvSpPr>
          <p:cNvPr id="4" name="Marcador de fecha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10278988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ítulo 2">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Conector recto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33580"/>
            <a:ext cx="0" cy="480029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ítulo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8168640" cy="4462272"/>
          </a:xfrm>
          <a:noFill/>
        </p:spPr>
        <p:txBody>
          <a:bodyPr vert="horz" lIns="91440" tIns="45720" rIns="91440" bIns="137160" rtlCol="0" anchor="t">
            <a:normAutofit/>
          </a:bodyPr>
          <a:lstStyle>
            <a:lvl1pPr>
              <a:lnSpc>
                <a:spcPct val="80000"/>
              </a:lnSpc>
              <a:defRPr lang="en-US" sz="9600" spc="-100" baseline="0" dirty="0">
                <a:solidFill>
                  <a:schemeClr val="accent1"/>
                </a:solidFill>
              </a:defRPr>
            </a:lvl1pPr>
          </a:lstStyle>
          <a:p>
            <a:pPr lvl="0" rtl="0"/>
            <a:r>
              <a:rPr lang="es"/>
              <a:t>Haga clic para modificar el estilo de título del patrón</a:t>
            </a:r>
            <a:endParaRPr lang="en-US"/>
          </a:p>
        </p:txBody>
      </p:sp>
      <p:sp>
        <p:nvSpPr>
          <p:cNvPr id="3" name="Subtítulo 2">
            <a:extLst>
              <a:ext uri="{FF2B5EF4-FFF2-40B4-BE49-F238E27FC236}">
                <a16:creationId xmlns:a16="http://schemas.microsoft.com/office/drawing/2014/main" id="{926AEA00-2D64-E177-C13E-F879B49AC353}"/>
              </a:ext>
            </a:extLst>
          </p:cNvPr>
          <p:cNvSpPr>
            <a:spLocks noGrp="1"/>
          </p:cNvSpPr>
          <p:nvPr>
            <p:ph type="subTitle" idx="1"/>
          </p:nvPr>
        </p:nvSpPr>
        <p:spPr>
          <a:xfrm>
            <a:off x="8534400" y="4754729"/>
            <a:ext cx="3084441" cy="1080302"/>
          </a:xfrm>
          <a:solidFill>
            <a:schemeClr val="bg2"/>
          </a:solidFill>
        </p:spPr>
        <p:txBody>
          <a:bodyPr vert="horz" lIns="91440" tIns="45720" rIns="91440" bIns="45720" rtlCol="0" anchor="b">
            <a:normAutofit/>
          </a:bodyPr>
          <a:lstStyle>
            <a:lvl1pPr marL="0" indent="0" algn="r">
              <a:buNone/>
              <a:defRPr lang="en-US" sz="1600" cap="all" spc="100" baseline="0" dirty="0">
                <a:solidFill>
                  <a:schemeClr val="accent5"/>
                </a:solidFill>
                <a:latin typeface="+mj-lt"/>
              </a:defRPr>
            </a:lvl1pPr>
          </a:lstStyle>
          <a:p>
            <a:pPr lvl="0" rtl="0"/>
            <a:r>
              <a:rPr lang="es"/>
              <a:t>Haga clic para editar el estilo de subtítulo del patrón</a:t>
            </a:r>
            <a:endParaRPr lang="en-US"/>
          </a:p>
        </p:txBody>
      </p:sp>
      <p:sp>
        <p:nvSpPr>
          <p:cNvPr id="5" name="Marcador de pie de página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47579"/>
            <a:ext cx="2477899" cy="586001"/>
          </a:xfrm>
          <a:noFill/>
        </p:spPr>
        <p:txBody>
          <a:bodyPr rtlCol="0"/>
          <a:lstStyle>
            <a:lvl1pPr algn="r">
              <a:defRPr sz="1050"/>
            </a:lvl1pPr>
          </a:lstStyle>
          <a:p>
            <a:pPr rtl="0"/>
            <a:r>
              <a:rPr lang="es"/>
              <a:t>Ejemplo de texto de pie de página</a:t>
            </a:r>
          </a:p>
        </p:txBody>
      </p:sp>
      <p:sp>
        <p:nvSpPr>
          <p:cNvPr id="4" name="Marcador de fecha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33521283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ítulo 3">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Conector recto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28700"/>
            <a:ext cx="0" cy="480517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ítulo 1">
            <a:extLst>
              <a:ext uri="{FF2B5EF4-FFF2-40B4-BE49-F238E27FC236}">
                <a16:creationId xmlns:a16="http://schemas.microsoft.com/office/drawing/2014/main" id="{DE07B916-0B90-35E7-AFFD-50AAA1ED4584}"/>
              </a:ext>
            </a:extLst>
          </p:cNvPr>
          <p:cNvSpPr>
            <a:spLocks noGrp="1"/>
          </p:cNvSpPr>
          <p:nvPr>
            <p:ph type="ctrTitle"/>
          </p:nvPr>
        </p:nvSpPr>
        <p:spPr>
          <a:xfrm>
            <a:off x="137159" y="338329"/>
            <a:ext cx="9197667" cy="4743474"/>
          </a:xfrm>
          <a:noFill/>
        </p:spPr>
        <p:txBody>
          <a:bodyPr vert="horz" lIns="91440" tIns="45720" rIns="91440" bIns="137160" rtlCol="0" anchor="t">
            <a:normAutofit/>
          </a:bodyPr>
          <a:lstStyle>
            <a:lvl1pPr>
              <a:lnSpc>
                <a:spcPct val="80000"/>
              </a:lnSpc>
              <a:defRPr lang="en-US" sz="11500" spc="-100" baseline="0" dirty="0">
                <a:solidFill>
                  <a:schemeClr val="bg2">
                    <a:lumMod val="75000"/>
                  </a:schemeClr>
                </a:solidFill>
              </a:defRPr>
            </a:lvl1pPr>
          </a:lstStyle>
          <a:p>
            <a:pPr lvl="0" rtl="0"/>
            <a:r>
              <a:rPr lang="es"/>
              <a:t>Haga clic para modificar el estilo de título del patrón</a:t>
            </a:r>
            <a:endParaRPr lang="en-US"/>
          </a:p>
        </p:txBody>
      </p:sp>
      <p:sp>
        <p:nvSpPr>
          <p:cNvPr id="3" name="Subtítulo 2">
            <a:extLst>
              <a:ext uri="{FF2B5EF4-FFF2-40B4-BE49-F238E27FC236}">
                <a16:creationId xmlns:a16="http://schemas.microsoft.com/office/drawing/2014/main" id="{926AEA00-2D64-E177-C13E-F879B49AC353}"/>
              </a:ext>
            </a:extLst>
          </p:cNvPr>
          <p:cNvSpPr>
            <a:spLocks noGrp="1"/>
          </p:cNvSpPr>
          <p:nvPr>
            <p:ph type="subTitle" idx="1"/>
          </p:nvPr>
        </p:nvSpPr>
        <p:spPr>
          <a:xfrm>
            <a:off x="584851" y="5486400"/>
            <a:ext cx="3834743" cy="771684"/>
          </a:xfrm>
        </p:spPr>
        <p:txBody>
          <a:bodyPr vert="horz" lIns="91440" tIns="45720" rIns="91440" bIns="45720" rtlCol="0" anchor="b">
            <a:normAutofit/>
          </a:bodyPr>
          <a:lstStyle>
            <a:lvl1pPr marL="0" indent="0">
              <a:buNone/>
              <a:defRPr lang="en-US" sz="1600" cap="all" spc="100" baseline="0" dirty="0">
                <a:solidFill>
                  <a:schemeClr val="accent1"/>
                </a:solidFill>
                <a:latin typeface="+mj-lt"/>
              </a:defRPr>
            </a:lvl1pPr>
          </a:lstStyle>
          <a:p>
            <a:pPr lvl="0" rtl="0"/>
            <a:r>
              <a:rPr lang="es"/>
              <a:t>Haga clic para editar el estilo de subtítulo del patrón</a:t>
            </a:r>
            <a:endParaRPr lang="en-US"/>
          </a:p>
        </p:txBody>
      </p:sp>
      <p:sp>
        <p:nvSpPr>
          <p:cNvPr id="5" name="Marcador de pie de página 4">
            <a:extLst>
              <a:ext uri="{FF2B5EF4-FFF2-40B4-BE49-F238E27FC236}">
                <a16:creationId xmlns:a16="http://schemas.microsoft.com/office/drawing/2014/main" id="{4098519F-6576-5C5F-82CA-E9D93EB8AD91}"/>
              </a:ext>
            </a:extLst>
          </p:cNvPr>
          <p:cNvSpPr>
            <a:spLocks noGrp="1"/>
          </p:cNvSpPr>
          <p:nvPr>
            <p:ph type="ftr" sz="quarter" idx="11"/>
          </p:nvPr>
        </p:nvSpPr>
        <p:spPr>
          <a:xfrm>
            <a:off x="9334826" y="463480"/>
            <a:ext cx="2287073" cy="549316"/>
          </a:xfrm>
          <a:noFill/>
        </p:spPr>
        <p:txBody>
          <a:bodyPr rtlCol="0"/>
          <a:lstStyle>
            <a:lvl1pPr algn="r">
              <a:defRPr sz="1050"/>
            </a:lvl1pPr>
          </a:lstStyle>
          <a:p>
            <a:pPr rtl="0"/>
            <a:r>
              <a:rPr lang="es"/>
              <a:t>Ejemplo de texto de pie de página</a:t>
            </a:r>
          </a:p>
        </p:txBody>
      </p:sp>
      <p:sp>
        <p:nvSpPr>
          <p:cNvPr id="4" name="Marcador de fecha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37663341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Encabezado de sección">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rgbClr val="FFB286"/>
              </a:solidFill>
            </a:endParaRPr>
          </a:p>
        </p:txBody>
      </p:sp>
      <p:cxnSp>
        <p:nvCxnSpPr>
          <p:cNvPr id="8" name="Conector recto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flipH="1">
            <a:off x="926297" y="6172185"/>
            <a:ext cx="10326757" cy="0"/>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9" name="Título 8">
            <a:extLst>
              <a:ext uri="{FF2B5EF4-FFF2-40B4-BE49-F238E27FC236}">
                <a16:creationId xmlns:a16="http://schemas.microsoft.com/office/drawing/2014/main" id="{15478846-46FB-2BEE-98D6-C903223E25CA}"/>
              </a:ext>
            </a:extLst>
          </p:cNvPr>
          <p:cNvSpPr>
            <a:spLocks noGrp="1"/>
          </p:cNvSpPr>
          <p:nvPr>
            <p:ph type="title" hasCustomPrompt="1"/>
          </p:nvPr>
        </p:nvSpPr>
        <p:spPr>
          <a:xfrm>
            <a:off x="128016" y="365760"/>
            <a:ext cx="11534790" cy="5525653"/>
          </a:xfrm>
          <a:noFill/>
        </p:spPr>
        <p:txBody>
          <a:bodyPr rtlCol="0" anchor="t">
            <a:normAutofit/>
          </a:bodyPr>
          <a:lstStyle>
            <a:lvl1pPr>
              <a:defRPr sz="11500" baseline="0">
                <a:ln>
                  <a:solidFill>
                    <a:schemeClr val="bg1"/>
                  </a:solidFill>
                </a:ln>
                <a:solidFill>
                  <a:schemeClr val="accent1"/>
                </a:solidFill>
              </a:defRPr>
            </a:lvl1pPr>
          </a:lstStyle>
          <a:p>
            <a:pPr rtl="0"/>
            <a:r>
              <a:rPr lang="es"/>
              <a:t>Encabezado de sección</a:t>
            </a:r>
          </a:p>
        </p:txBody>
      </p:sp>
      <p:sp>
        <p:nvSpPr>
          <p:cNvPr id="5" name="Marcador de pie de página 4">
            <a:extLst>
              <a:ext uri="{FF2B5EF4-FFF2-40B4-BE49-F238E27FC236}">
                <a16:creationId xmlns:a16="http://schemas.microsoft.com/office/drawing/2014/main" id="{37A8544F-8D58-BFED-5A2B-2F718BA6F4F4}"/>
              </a:ext>
            </a:extLst>
          </p:cNvPr>
          <p:cNvSpPr>
            <a:spLocks noGrp="1"/>
          </p:cNvSpPr>
          <p:nvPr>
            <p:ph type="ftr" sz="quarter" idx="11"/>
          </p:nvPr>
        </p:nvSpPr>
        <p:spPr>
          <a:solidFill>
            <a:schemeClr val="accent1"/>
          </a:solidFill>
        </p:spPr>
        <p:txBody>
          <a:bodyPr rtlCol="0"/>
          <a:lstStyle>
            <a:lvl1pPr>
              <a:defRPr>
                <a:solidFill>
                  <a:schemeClr val="bg1"/>
                </a:solidFill>
              </a:defRPr>
            </a:lvl1pPr>
          </a:lstStyle>
          <a:p>
            <a:pPr rtl="0"/>
            <a:r>
              <a:rPr lang="es"/>
              <a:t>Ejemplo de Texto de pie de página</a:t>
            </a:r>
          </a:p>
        </p:txBody>
      </p:sp>
      <p:sp>
        <p:nvSpPr>
          <p:cNvPr id="4" name="Marcador de fecha 3">
            <a:extLst>
              <a:ext uri="{FF2B5EF4-FFF2-40B4-BE49-F238E27FC236}">
                <a16:creationId xmlns:a16="http://schemas.microsoft.com/office/drawing/2014/main" id="{AB70139D-4890-4E0D-B3FD-098A02AB4ADF}"/>
              </a:ext>
            </a:extLst>
          </p:cNvPr>
          <p:cNvSpPr>
            <a:spLocks noGrp="1"/>
          </p:cNvSpPr>
          <p:nvPr>
            <p:ph type="dt" sz="half" idx="10"/>
          </p:nvPr>
        </p:nvSpPr>
        <p:spPr>
          <a:solidFill>
            <a:schemeClr val="accent1"/>
          </a:solidFill>
        </p:spPr>
        <p:txBody>
          <a:bodyPr rtlCol="0"/>
          <a:lstStyle>
            <a:lvl1pPr>
              <a:defRPr>
                <a:solidFill>
                  <a:schemeClr val="bg1"/>
                </a:solidFill>
              </a:defRPr>
            </a:lvl1pPr>
          </a:lstStyle>
          <a:p>
            <a:pPr rtl="0"/>
            <a:r>
              <a:rPr lang="en-US"/>
              <a:t>11/8/2025</a:t>
            </a:r>
          </a:p>
        </p:txBody>
      </p:sp>
      <p:sp>
        <p:nvSpPr>
          <p:cNvPr id="6" name="Marcador de número de diapositiva 5">
            <a:extLst>
              <a:ext uri="{FF2B5EF4-FFF2-40B4-BE49-F238E27FC236}">
                <a16:creationId xmlns:a16="http://schemas.microsoft.com/office/drawing/2014/main" id="{BA1CD1DB-3989-A34F-B5F7-DF66E018CF83}"/>
              </a:ext>
            </a:extLst>
          </p:cNvPr>
          <p:cNvSpPr>
            <a:spLocks noGrp="1"/>
          </p:cNvSpPr>
          <p:nvPr>
            <p:ph type="sldNum" sz="quarter" idx="12"/>
          </p:nvPr>
        </p:nvSpPr>
        <p:spPr>
          <a:solidFill>
            <a:schemeClr val="accent1"/>
          </a:solidFill>
        </p:spPr>
        <p:txBody>
          <a:bodyPr rtlCol="0"/>
          <a:lstStyle>
            <a:lvl1pPr>
              <a:defRPr>
                <a:solidFill>
                  <a:schemeClr val="bg1"/>
                </a:solidFill>
              </a:defRPr>
            </a:lvl1pPr>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223471762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Encabezado de sección 2">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rgbClr val="FFB286"/>
              </a:solidFill>
            </a:endParaRPr>
          </a:p>
        </p:txBody>
      </p:sp>
      <p:cxnSp>
        <p:nvCxnSpPr>
          <p:cNvPr id="8" name="Conector recto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a:off x="11506200" y="868362"/>
            <a:ext cx="0" cy="5270021"/>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2" name="Título 1">
            <a:extLst>
              <a:ext uri="{FF2B5EF4-FFF2-40B4-BE49-F238E27FC236}">
                <a16:creationId xmlns:a16="http://schemas.microsoft.com/office/drawing/2014/main" id="{F8907FF6-0445-6CA3-7211-D4B7444D7BC9}"/>
              </a:ext>
            </a:extLst>
          </p:cNvPr>
          <p:cNvSpPr>
            <a:spLocks noGrp="1"/>
          </p:cNvSpPr>
          <p:nvPr>
            <p:ph type="title" hasCustomPrompt="1"/>
          </p:nvPr>
        </p:nvSpPr>
        <p:spPr>
          <a:xfrm>
            <a:off x="185877" y="1062360"/>
            <a:ext cx="9948723" cy="5762371"/>
          </a:xfrm>
          <a:noFill/>
        </p:spPr>
        <p:txBody>
          <a:bodyPr bIns="0" rtlCol="0" anchor="b">
            <a:normAutofit/>
          </a:bodyPr>
          <a:lstStyle>
            <a:lvl1pPr>
              <a:lnSpc>
                <a:spcPct val="80000"/>
              </a:lnSpc>
              <a:defRPr sz="11500" spc="-170" baseline="0">
                <a:ln>
                  <a:noFill/>
                </a:ln>
                <a:solidFill>
                  <a:schemeClr val="accent2">
                    <a:lumMod val="60000"/>
                    <a:lumOff val="40000"/>
                    <a:alpha val="80000"/>
                  </a:schemeClr>
                </a:solidFill>
              </a:defRPr>
            </a:lvl1pPr>
          </a:lstStyle>
          <a:p>
            <a:pPr rtl="0"/>
            <a:r>
              <a:rPr lang="es"/>
              <a:t>Encabezado de sección</a:t>
            </a:r>
          </a:p>
        </p:txBody>
      </p:sp>
      <p:sp>
        <p:nvSpPr>
          <p:cNvPr id="5" name="Marcador de pie de página 4">
            <a:extLst>
              <a:ext uri="{FF2B5EF4-FFF2-40B4-BE49-F238E27FC236}">
                <a16:creationId xmlns:a16="http://schemas.microsoft.com/office/drawing/2014/main" id="{37A8544F-8D58-BFED-5A2B-2F718BA6F4F4}"/>
              </a:ext>
            </a:extLst>
          </p:cNvPr>
          <p:cNvSpPr>
            <a:spLocks noGrp="1"/>
          </p:cNvSpPr>
          <p:nvPr>
            <p:ph type="ftr" sz="quarter" idx="11"/>
          </p:nvPr>
        </p:nvSpPr>
        <p:spPr>
          <a:xfrm>
            <a:off x="9677400" y="618213"/>
            <a:ext cx="1941441" cy="444147"/>
          </a:xfrm>
          <a:solidFill>
            <a:schemeClr val="accent1"/>
          </a:solidFill>
        </p:spPr>
        <p:txBody>
          <a:bodyPr rtlCol="0" anchor="t"/>
          <a:lstStyle>
            <a:lvl1pPr algn="r">
              <a:defRPr>
                <a:solidFill>
                  <a:schemeClr val="bg1"/>
                </a:solidFill>
              </a:defRPr>
            </a:lvl1pPr>
          </a:lstStyle>
          <a:p>
            <a:pPr rtl="0"/>
            <a:r>
              <a:rPr lang="es"/>
              <a:t>Ejemplo de Texto de pie de página</a:t>
            </a:r>
          </a:p>
        </p:txBody>
      </p:sp>
      <p:sp>
        <p:nvSpPr>
          <p:cNvPr id="4" name="Marcador de fecha 3">
            <a:extLst>
              <a:ext uri="{FF2B5EF4-FFF2-40B4-BE49-F238E27FC236}">
                <a16:creationId xmlns:a16="http://schemas.microsoft.com/office/drawing/2014/main" id="{AB70139D-4890-4E0D-B3FD-098A02AB4ADF}"/>
              </a:ext>
            </a:extLst>
          </p:cNvPr>
          <p:cNvSpPr>
            <a:spLocks noGrp="1"/>
          </p:cNvSpPr>
          <p:nvPr>
            <p:ph type="dt" sz="half" idx="10"/>
          </p:nvPr>
        </p:nvSpPr>
        <p:spPr>
          <a:xfrm>
            <a:off x="10134600" y="5991663"/>
            <a:ext cx="1079954" cy="365125"/>
          </a:xfrm>
          <a:solidFill>
            <a:schemeClr val="accent1"/>
          </a:solidFill>
        </p:spPr>
        <p:txBody>
          <a:bodyPr rtlCol="0"/>
          <a:lstStyle>
            <a:lvl1pPr>
              <a:defRPr>
                <a:solidFill>
                  <a:schemeClr val="bg1"/>
                </a:solidFill>
              </a:defRPr>
            </a:lvl1pPr>
          </a:lstStyle>
          <a:p>
            <a:pPr rtl="0"/>
            <a:r>
              <a:rPr lang="en-US"/>
              <a:t>11/8/2025</a:t>
            </a:r>
          </a:p>
        </p:txBody>
      </p:sp>
      <p:sp>
        <p:nvSpPr>
          <p:cNvPr id="6" name="Marcador de número de diapositiva 5">
            <a:extLst>
              <a:ext uri="{FF2B5EF4-FFF2-40B4-BE49-F238E27FC236}">
                <a16:creationId xmlns:a16="http://schemas.microsoft.com/office/drawing/2014/main" id="{BA1CD1DB-3989-A34F-B5F7-DF66E018CF83}"/>
              </a:ext>
            </a:extLst>
          </p:cNvPr>
          <p:cNvSpPr>
            <a:spLocks noGrp="1"/>
          </p:cNvSpPr>
          <p:nvPr>
            <p:ph type="sldNum" sz="quarter" idx="12"/>
          </p:nvPr>
        </p:nvSpPr>
        <p:spPr>
          <a:xfrm>
            <a:off x="11210544" y="5991663"/>
            <a:ext cx="429372" cy="365125"/>
          </a:xfrm>
          <a:solidFill>
            <a:schemeClr val="accent1"/>
          </a:solidFill>
        </p:spPr>
        <p:txBody>
          <a:bodyPr rtlCol="0"/>
          <a:lstStyle>
            <a:lvl1pPr>
              <a:defRPr>
                <a:solidFill>
                  <a:schemeClr val="bg1"/>
                </a:solidFill>
              </a:defRPr>
            </a:lvl1pPr>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25716242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rgbClr val="FF8A4F"/>
              </a:solidFill>
            </a:endParaRPr>
          </a:p>
        </p:txBody>
      </p:sp>
      <p:cxnSp>
        <p:nvCxnSpPr>
          <p:cNvPr id="9" name="Conector recto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H="1">
            <a:off x="1321906" y="685800"/>
            <a:ext cx="10184294"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8" name="Rectángulo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4724403" y="2043904"/>
            <a:ext cx="7467597" cy="4814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rot="16200000">
            <a:off x="-1406175" y="2720396"/>
            <a:ext cx="5645423" cy="2494309"/>
          </a:xfrm>
          <a:solidFill>
            <a:schemeClr val="bg2">
              <a:lumMod val="90000"/>
            </a:schemeClr>
          </a:solidFill>
        </p:spPr>
        <p:txBody>
          <a:bodyPr vert="horz" lIns="91440" tIns="45720" rIns="91440" bIns="137160" rtlCol="0" anchor="t">
            <a:normAutofit/>
          </a:bodyPr>
          <a:lstStyle>
            <a:lvl1pPr>
              <a:defRPr lang="en-US" sz="12000" dirty="0">
                <a:solidFill>
                  <a:schemeClr val="accent2"/>
                </a:solidFill>
              </a:defRPr>
            </a:lvl1pPr>
          </a:lstStyle>
          <a:p>
            <a:pPr lvl="0" rtl="0"/>
            <a:r>
              <a:rPr lang="es"/>
              <a:t>Agenda</a:t>
            </a:r>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586410" y="569843"/>
            <a:ext cx="1470992" cy="541698"/>
          </a:xfrm>
          <a:solidFill>
            <a:schemeClr val="bg2">
              <a:lumMod val="90000"/>
            </a:schemeClr>
          </a:solidFill>
        </p:spPr>
        <p:txBody>
          <a:bodyPr rtlCol="0" anchor="t"/>
          <a:lstStyle>
            <a:lvl1pPr algn="l">
              <a:defRPr sz="1050"/>
            </a:lvl1pPr>
          </a:lstStyle>
          <a:p>
            <a:pPr rtl="0"/>
            <a:r>
              <a:rPr lang="es"/>
              <a:t>Ejemplo de texto de pie de página</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5410198" y="2743202"/>
            <a:ext cx="6096001" cy="3467098"/>
          </a:xfrm>
        </p:spPr>
        <p:txBody>
          <a:bodyPr rtlCol="0">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9900458" y="413627"/>
            <a:ext cx="1256738" cy="545500"/>
          </a:xfrm>
          <a:solidFill>
            <a:schemeClr val="bg2">
              <a:lumMod val="90000"/>
            </a:schemeClr>
          </a:solidFill>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413627"/>
            <a:ext cx="429372" cy="545500"/>
          </a:xfrm>
          <a:solidFill>
            <a:schemeClr val="bg2">
              <a:lumMod val="90000"/>
            </a:schemeClr>
          </a:solidFill>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25127900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Agenda con imagen">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rgbClr val="FF8A4F"/>
              </a:solidFill>
            </a:endParaRPr>
          </a:p>
        </p:txBody>
      </p:sp>
      <p:sp>
        <p:nvSpPr>
          <p:cNvPr id="8" name="Rectángulo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371603" y="3415504"/>
            <a:ext cx="10820397" cy="3442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cxnSp>
        <p:nvCxnSpPr>
          <p:cNvPr id="9" name="Conector recto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V="1">
            <a:off x="11506200" y="1113182"/>
            <a:ext cx="0" cy="170401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0"/>
            <a:ext cx="7930892" cy="2238587"/>
          </a:xfrm>
          <a:noFill/>
        </p:spPr>
        <p:txBody>
          <a:bodyPr rtlCol="0" anchor="t">
            <a:normAutofit/>
          </a:bodyPr>
          <a:lstStyle>
            <a:lvl1pPr>
              <a:defRPr sz="12000" spc="-50" baseline="0">
                <a:solidFill>
                  <a:schemeClr val="accent2"/>
                </a:solidFill>
              </a:defRPr>
            </a:lvl1pPr>
          </a:lstStyle>
          <a:p>
            <a:pPr rtl="0"/>
            <a:r>
              <a:rPr lang="es"/>
              <a:t>Agenda</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1804946" y="3840480"/>
            <a:ext cx="6543924" cy="2536466"/>
          </a:xfrm>
        </p:spPr>
        <p:txBody>
          <a:bodyPr rtlCol="0">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10134611" y="612381"/>
            <a:ext cx="1484228" cy="479352"/>
          </a:xfrm>
          <a:noFill/>
        </p:spPr>
        <p:txBody>
          <a:bodyPr rtlCol="0" anchor="t"/>
          <a:lstStyle>
            <a:lvl1pPr algn="r">
              <a:defRPr sz="1050"/>
            </a:lvl1pPr>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9933512" y="2756699"/>
            <a:ext cx="1256738" cy="423823"/>
          </a:xfrm>
          <a:solidFill>
            <a:schemeClr val="bg2">
              <a:lumMod val="90000"/>
            </a:schemeClr>
          </a:solidFill>
        </p:spPr>
        <p:txBody>
          <a:bodyPr rtlCol="0" anchor="ctr"/>
          <a:lstStyle>
            <a:lvl1pPr algn="r">
              <a:defRPr/>
            </a:lvl1pPr>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2756699"/>
            <a:ext cx="429372" cy="423823"/>
          </a:xfrm>
          <a:solidFill>
            <a:schemeClr val="bg2">
              <a:lumMod val="90000"/>
            </a:schemeClr>
          </a:solidFill>
        </p:spPr>
        <p:txBody>
          <a:bodyPr rtlCol="0"/>
          <a:lstStyle/>
          <a:p>
            <a:pPr rtl="0"/>
            <a:fld id="{27F8DDA4-3B80-4E8A-A8F5-521F73BF9127}" type="slidenum">
              <a:rPr lang="en-US" smtClean="0"/>
              <a:t>‹Nº›</a:t>
            </a:fld>
            <a:endParaRPr lang="en-US"/>
          </a:p>
        </p:txBody>
      </p:sp>
      <p:sp>
        <p:nvSpPr>
          <p:cNvPr id="14" name="Marcador de posición de imagen 13">
            <a:extLst>
              <a:ext uri="{FF2B5EF4-FFF2-40B4-BE49-F238E27FC236}">
                <a16:creationId xmlns:a16="http://schemas.microsoft.com/office/drawing/2014/main" id="{1DA62460-475C-38E7-135D-916B98438D09}"/>
              </a:ext>
            </a:extLst>
          </p:cNvPr>
          <p:cNvSpPr>
            <a:spLocks noGrp="1"/>
          </p:cNvSpPr>
          <p:nvPr>
            <p:ph type="pic" sz="quarter" idx="13" hasCustomPrompt="1"/>
          </p:nvPr>
        </p:nvSpPr>
        <p:spPr>
          <a:xfrm>
            <a:off x="8763000" y="3415504"/>
            <a:ext cx="3429000" cy="3442496"/>
          </a:xfrm>
          <a:blipFill>
            <a:blip r:embed="rId2">
              <a:alphaModFix amt="70000"/>
            </a:blip>
            <a:stretch>
              <a:fillRect/>
            </a:stretch>
          </a:blipFill>
        </p:spPr>
        <p:txBody>
          <a:bodyPr rtlCol="0"/>
          <a:lstStyle>
            <a:lvl1pPr marL="0" indent="0">
              <a:buNone/>
              <a:defRPr/>
            </a:lvl1pPr>
          </a:lstStyle>
          <a:p>
            <a:pPr rtl="0"/>
            <a:r>
              <a:rPr lang="es"/>
              <a:t> </a:t>
            </a:r>
          </a:p>
        </p:txBody>
      </p:sp>
    </p:spTree>
    <p:extLst>
      <p:ext uri="{BB962C8B-B14F-4D97-AF65-F5344CB8AC3E}">
        <p14:creationId xmlns:p14="http://schemas.microsoft.com/office/powerpoint/2010/main" val="15860679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Agenda con imagen 2">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0" y="0"/>
            <a:ext cx="12191997"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rgbClr val="FF8A4F"/>
              </a:solidFill>
            </a:endParaRPr>
          </a:p>
        </p:txBody>
      </p:sp>
      <p:sp>
        <p:nvSpPr>
          <p:cNvPr id="8" name="Rectángulo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098960" y="3429002"/>
            <a:ext cx="11093040" cy="34289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cxnSp>
        <p:nvCxnSpPr>
          <p:cNvPr id="9" name="Conector recto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a:off x="11506200" y="685800"/>
            <a:ext cx="0" cy="54864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1"/>
            <a:ext cx="8320359" cy="2204720"/>
          </a:xfrm>
          <a:noFill/>
        </p:spPr>
        <p:txBody>
          <a:bodyPr rtlCol="0" anchor="t">
            <a:normAutofit/>
          </a:bodyPr>
          <a:lstStyle>
            <a:lvl1pPr>
              <a:defRPr sz="12400">
                <a:solidFill>
                  <a:schemeClr val="bg2"/>
                </a:solidFill>
              </a:defRPr>
            </a:lvl1pPr>
          </a:lstStyle>
          <a:p>
            <a:pPr rtl="0"/>
            <a:r>
              <a:rPr lang="es"/>
              <a:t>Agenda</a:t>
            </a:r>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9561444" y="612065"/>
            <a:ext cx="2057397" cy="489061"/>
          </a:xfrm>
          <a:solidFill>
            <a:schemeClr val="bg2">
              <a:lumMod val="90000"/>
            </a:schemeClr>
          </a:solidFill>
        </p:spPr>
        <p:txBody>
          <a:bodyPr rtlCol="0" anchor="t"/>
          <a:lstStyle>
            <a:lvl1pPr algn="r">
              <a:defRPr sz="1050"/>
            </a:lvl1pPr>
          </a:lstStyle>
          <a:p>
            <a:pPr rtl="0"/>
            <a:r>
              <a:rPr lang="es"/>
              <a:t>Ejemplo de Texto de pie de página</a:t>
            </a:r>
          </a:p>
        </p:txBody>
      </p:sp>
      <p:sp>
        <p:nvSpPr>
          <p:cNvPr id="12" name="Marcador de posición de imagen 11">
            <a:extLst>
              <a:ext uri="{FF2B5EF4-FFF2-40B4-BE49-F238E27FC236}">
                <a16:creationId xmlns:a16="http://schemas.microsoft.com/office/drawing/2014/main" id="{45746446-87C7-9BD2-BA30-C87D25C67AAA}"/>
              </a:ext>
            </a:extLst>
          </p:cNvPr>
          <p:cNvSpPr>
            <a:spLocks noGrp="1"/>
          </p:cNvSpPr>
          <p:nvPr>
            <p:ph type="pic" sz="quarter" idx="13" hasCustomPrompt="1"/>
          </p:nvPr>
        </p:nvSpPr>
        <p:spPr>
          <a:xfrm>
            <a:off x="1098550" y="3429000"/>
            <a:ext cx="3702050" cy="3443288"/>
          </a:xfrm>
          <a:blipFill>
            <a:blip r:embed="rId2">
              <a:alphaModFix amt="70000"/>
            </a:blip>
            <a:stretch>
              <a:fillRect/>
            </a:stretch>
          </a:blipFill>
        </p:spPr>
        <p:txBody>
          <a:bodyPr rtlCol="0"/>
          <a:lstStyle>
            <a:lvl1pPr marL="0" indent="0">
              <a:buNone/>
              <a:defRPr/>
            </a:lvl1pPr>
          </a:lstStyle>
          <a:p>
            <a:pPr rtl="0"/>
            <a:r>
              <a:rPr lang="es"/>
              <a:t> </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5351231" y="3904090"/>
            <a:ext cx="5805964" cy="2268110"/>
          </a:xfrm>
        </p:spPr>
        <p:txBody>
          <a:bodyPr rtlCol="0">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9957816" y="5888658"/>
            <a:ext cx="1256738" cy="545500"/>
          </a:xfrm>
          <a:noFill/>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5888658"/>
            <a:ext cx="429372" cy="545500"/>
          </a:xfrm>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12275393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 preserve="1">
  <p:cSld name="Contenid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3800915" y="1001865"/>
            <a:ext cx="4683538" cy="1596220"/>
          </a:xfrm>
          <a:noFill/>
        </p:spPr>
        <p:txBody>
          <a:bodyPr rtlCol="0" anchor="b"/>
          <a:lstStyle>
            <a:lvl1pPr algn="ctr">
              <a:defRPr/>
            </a:lvl1pPr>
          </a:lstStyle>
          <a:p>
            <a:pPr rtl="0"/>
            <a:r>
              <a:rPr lang="es"/>
              <a:t>Haga clic para modificar el estilo de título del patrón</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3804557" y="3192236"/>
            <a:ext cx="4679897" cy="1694395"/>
          </a:xfrm>
        </p:spPr>
        <p:txBody>
          <a:bodyPr rtlCol="0"/>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rtlCol="0"/>
          <a:lstStyle/>
          <a:p>
            <a:pPr rtl="0"/>
            <a:fld id="{27F8DDA4-3B80-4E8A-A8F5-521F73BF9127}" type="slidenum">
              <a:rPr lang="en-US" smtClean="0"/>
              <a:t>‹Nº›</a:t>
            </a:fld>
            <a:endParaRPr lang="en-US"/>
          </a:p>
        </p:txBody>
      </p:sp>
      <p:cxnSp>
        <p:nvCxnSpPr>
          <p:cNvPr id="8" name="Conector recto 7">
            <a:extLst>
              <a:ext uri="{FF2B5EF4-FFF2-40B4-BE49-F238E27FC236}">
                <a16:creationId xmlns:a16="http://schemas.microsoft.com/office/drawing/2014/main" id="{64C8F070-E2F8-52B0-F70E-3C62AB5B4E40}"/>
              </a:ext>
              <a:ext uri="{C183D7F6-B498-43B3-948B-1728B52AA6E4}">
                <adec:decorative xmlns:adec="http://schemas.microsoft.com/office/drawing/2017/decorative" val="1"/>
              </a:ext>
            </a:extLst>
          </p:cNvPr>
          <p:cNvCxnSpPr>
            <a:cxnSpLocks/>
          </p:cNvCxnSpPr>
          <p:nvPr/>
        </p:nvCxnSpPr>
        <p:spPr>
          <a:xfrm flipV="1">
            <a:off x="6130458" y="2598084"/>
            <a:ext cx="3642" cy="47907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860179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obj" preserve="1">
  <p:cSld name="Contenido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2" y="1028700"/>
            <a:ext cx="4381494" cy="1526721"/>
          </a:xfrm>
          <a:noFill/>
        </p:spPr>
        <p:txBody>
          <a:bodyPr rtlCol="0" anchor="b"/>
          <a:lstStyle>
            <a:lvl1pPr algn="r">
              <a:defRPr/>
            </a:lvl1pPr>
          </a:lstStyle>
          <a:p>
            <a:pPr rtl="0"/>
            <a:r>
              <a:rPr lang="es"/>
              <a:t>Haga clic para modificar el estilo de título del patrón</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5864680" y="2743200"/>
            <a:ext cx="4035776" cy="2202515"/>
          </a:xfrm>
        </p:spPr>
        <p:txBody>
          <a:bodyPr rtlCol="0" anchor="b"/>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rtlCol="0"/>
          <a:lstStyle/>
          <a:p>
            <a:pPr rtl="0"/>
            <a:fld id="{27F8DDA4-3B80-4E8A-A8F5-521F73BF9127}" type="slidenum">
              <a:rPr lang="en-US" smtClean="0"/>
              <a:t>‹Nº›</a:t>
            </a:fld>
            <a:endParaRPr lang="en-US"/>
          </a:p>
        </p:txBody>
      </p:sp>
      <p:cxnSp>
        <p:nvCxnSpPr>
          <p:cNvPr id="8" name="Conector recto 7">
            <a:extLst>
              <a:ext uri="{FF2B5EF4-FFF2-40B4-BE49-F238E27FC236}">
                <a16:creationId xmlns:a16="http://schemas.microsoft.com/office/drawing/2014/main" id="{4DD4A231-1FAB-F0A7-7593-DC4A555F55FB}"/>
              </a:ext>
              <a:ext uri="{C183D7F6-B498-43B3-948B-1728B52AA6E4}">
                <adec:decorative xmlns:adec="http://schemas.microsoft.com/office/drawing/2017/decorative" val="1"/>
              </a:ext>
            </a:extLst>
          </p:cNvPr>
          <p:cNvCxnSpPr>
            <a:cxnSpLocks/>
          </p:cNvCxnSpPr>
          <p:nvPr/>
        </p:nvCxnSpPr>
        <p:spPr>
          <a:xfrm flipV="1">
            <a:off x="5486400" y="2743200"/>
            <a:ext cx="0" cy="2202516"/>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809473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Contenido 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2057399"/>
            <a:ext cx="3429000" cy="1868557"/>
          </a:xfrm>
          <a:noFill/>
        </p:spPr>
        <p:txBody>
          <a:bodyPr rtlCol="0" anchor="t"/>
          <a:lstStyle>
            <a:lvl1pPr>
              <a:defRPr/>
            </a:lvl1pPr>
          </a:lstStyle>
          <a:p>
            <a:pPr rtl="0"/>
            <a:r>
              <a:rPr lang="es"/>
              <a:t>Haga clic para modificar el estilo de título del patrón</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5486400" y="2057401"/>
            <a:ext cx="4648200" cy="274320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11474979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Contenido 5">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1027622"/>
            <a:ext cx="3429000" cy="1868557"/>
          </a:xfrm>
          <a:noFill/>
        </p:spPr>
        <p:txBody>
          <a:bodyPr rtlCol="0" anchor="t"/>
          <a:lstStyle>
            <a:lvl1pPr>
              <a:defRPr/>
            </a:lvl1pPr>
          </a:lstStyle>
          <a:p>
            <a:pPr rtl="0"/>
            <a:r>
              <a:rPr lang="es"/>
              <a:t>Haga clic para modificar el estilo de título del patrón</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5486400" y="1027623"/>
            <a:ext cx="4648200" cy="4484535"/>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6123470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Contenido 6">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31915"/>
            <a:ext cx="3968496" cy="1494845"/>
          </a:xfrm>
          <a:noFill/>
        </p:spPr>
        <p:txBody>
          <a:bodyPr rtlCol="0" anchor="t"/>
          <a:lstStyle>
            <a:lvl1pPr>
              <a:defRPr/>
            </a:lvl1pPr>
          </a:lstStyle>
          <a:p>
            <a:pPr rtl="0"/>
            <a:r>
              <a:rPr lang="es"/>
              <a:t>Haga clic para modificar el estilo de título del patrón</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5090020" y="1001865"/>
            <a:ext cx="6416180" cy="4683318"/>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284399110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Contenido 7">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650915"/>
            <a:ext cx="3054096" cy="1711285"/>
          </a:xfrm>
          <a:noFill/>
        </p:spPr>
        <p:txBody>
          <a:bodyPr rtlCol="0" anchor="t"/>
          <a:lstStyle>
            <a:lvl1pPr>
              <a:defRPr/>
            </a:lvl1pPr>
          </a:lstStyle>
          <a:p>
            <a:pPr rtl="0"/>
            <a:r>
              <a:rPr lang="es"/>
              <a:t>Haga clic para modificar el estilo de título del patrón</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4026716" y="650915"/>
            <a:ext cx="7479484" cy="5216485"/>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25085127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ido con imagen">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3124200" cy="6858000"/>
          </a:xfrm>
          <a:blipFill>
            <a:blip r:embed="rId2">
              <a:alphaModFix amt="70000"/>
            </a:blip>
            <a:stretch>
              <a:fillRect/>
            </a:stretch>
          </a:blipFill>
        </p:spPr>
        <p:txBody>
          <a:bodyPr rtlCol="0"/>
          <a:lstStyle>
            <a:lvl1pPr marL="0" indent="0">
              <a:buNone/>
              <a:defRPr/>
            </a:lvl1pPr>
          </a:lstStyle>
          <a:p>
            <a:pPr rtl="0"/>
            <a:r>
              <a:rPr lang="es"/>
              <a:t> </a:t>
            </a:r>
          </a:p>
        </p:txBody>
      </p:sp>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2438400" y="0"/>
            <a:ext cx="7391400" cy="1207008"/>
          </a:xfrm>
        </p:spPr>
        <p:txBody>
          <a:bodyPr lIns="137160" tIns="137160" bIns="91440" rtlCol="0" anchor="b"/>
          <a:lstStyle>
            <a:lvl1pPr>
              <a:defRPr/>
            </a:lvl1pPr>
          </a:lstStyle>
          <a:p>
            <a:pPr rtl="0"/>
            <a:r>
              <a:rPr lang="es"/>
              <a:t>Haga clic para modificar el estilo de título del patrón</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3733800" y="1367622"/>
            <a:ext cx="7929006" cy="4477549"/>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cxnSp>
        <p:nvCxnSpPr>
          <p:cNvPr id="10" name="Conector recto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3810000" y="6210300"/>
            <a:ext cx="76962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3657601" y="6029868"/>
            <a:ext cx="2024542" cy="365125"/>
          </a:xfrm>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18818827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ido con imagen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553299"/>
            <a:ext cx="8159496" cy="659274"/>
          </a:xfrm>
          <a:noFill/>
        </p:spPr>
        <p:txBody>
          <a:bodyPr rtlCol="0"/>
          <a:lstStyle>
            <a:lvl1pPr>
              <a:defRPr/>
            </a:lvl1pPr>
          </a:lstStyle>
          <a:p>
            <a:pPr rtl="0"/>
            <a:r>
              <a:rPr lang="es"/>
              <a:t>Haga clic para modificar el estilo de título del patrón</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605432" y="1371601"/>
            <a:ext cx="8157568" cy="4654296"/>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rtlCol="0"/>
          <a:lstStyle/>
          <a:p>
            <a:pPr rtl="0"/>
            <a:fld id="{27F8DDA4-3B80-4E8A-A8F5-521F73BF9127}" type="slidenum">
              <a:rPr lang="en-US" smtClean="0"/>
              <a:t>‹Nº›</a:t>
            </a:fld>
            <a:endParaRPr lang="en-US"/>
          </a:p>
        </p:txBody>
      </p:sp>
      <p:sp>
        <p:nvSpPr>
          <p:cNvPr id="16" name="Marcador de posición de imagen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9448799" y="0"/>
            <a:ext cx="2743201" cy="5562600"/>
          </a:xfrm>
          <a:blipFill>
            <a:blip r:embed="rId2">
              <a:alphaModFix amt="70000"/>
            </a:blip>
            <a:stretch>
              <a:fillRect/>
            </a:stretch>
          </a:blipFill>
        </p:spPr>
        <p:txBody>
          <a:bodyPr rtlCol="0"/>
          <a:lstStyle>
            <a:lvl1pPr marL="0" indent="0">
              <a:buNone/>
              <a:defRPr/>
            </a:lvl1pPr>
          </a:lstStyle>
          <a:p>
            <a:pPr rtl="0"/>
            <a:r>
              <a:rPr lang="es"/>
              <a:t> </a:t>
            </a:r>
          </a:p>
        </p:txBody>
      </p:sp>
    </p:spTree>
    <p:extLst>
      <p:ext uri="{BB962C8B-B14F-4D97-AF65-F5344CB8AC3E}">
        <p14:creationId xmlns:p14="http://schemas.microsoft.com/office/powerpoint/2010/main" val="27713782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ido con imagen 3">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5486400" cy="5562600"/>
          </a:xfrm>
          <a:blipFill>
            <a:blip r:embed="rId2">
              <a:alphaModFix amt="70000"/>
            </a:blip>
            <a:stretch>
              <a:fillRect/>
            </a:stretch>
          </a:blipFill>
        </p:spPr>
        <p:txBody>
          <a:bodyPr rtlCol="0"/>
          <a:lstStyle>
            <a:lvl1pPr marL="0" indent="0">
              <a:buNone/>
              <a:defRPr/>
            </a:lvl1pPr>
          </a:lstStyle>
          <a:p>
            <a:pPr rtl="0"/>
            <a:r>
              <a:rPr lang="es"/>
              <a:t> </a:t>
            </a:r>
          </a:p>
        </p:txBody>
      </p:sp>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5063318" y="0"/>
            <a:ext cx="4385481" cy="1796124"/>
          </a:xfrm>
        </p:spPr>
        <p:txBody>
          <a:bodyPr lIns="137160" rtlCol="0"/>
          <a:lstStyle>
            <a:lvl1pPr>
              <a:defRPr/>
            </a:lvl1pPr>
          </a:lstStyle>
          <a:p>
            <a:pPr rtl="0"/>
            <a:r>
              <a:rPr lang="es"/>
              <a:t>Haga clic para modificar el estilo de título del patrón</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6055056" y="1965281"/>
            <a:ext cx="4859992" cy="3732876"/>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248569589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ido con imagen 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99475"/>
            <a:ext cx="3625442" cy="1474692"/>
          </a:xfrm>
          <a:noFill/>
        </p:spPr>
        <p:txBody>
          <a:bodyPr rtlCol="0"/>
          <a:lstStyle>
            <a:lvl1pPr>
              <a:defRPr/>
            </a:lvl1pPr>
          </a:lstStyle>
          <a:p>
            <a:pPr rtl="0"/>
            <a:r>
              <a:rPr lang="es"/>
              <a:t>Haga clic para modificar el estilo de título del patrón</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605432" y="2124222"/>
            <a:ext cx="3567404" cy="3488788"/>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16" name="Marcador de posición de imagen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4800601" y="0"/>
            <a:ext cx="7391400" cy="5562600"/>
          </a:xfrm>
          <a:blipFill>
            <a:blip r:embed="rId2">
              <a:alphaModFix amt="70000"/>
            </a:blip>
            <a:stretch>
              <a:fillRect/>
            </a:stretch>
          </a:blipFill>
        </p:spPr>
        <p:txBody>
          <a:bodyPr rtlCol="0"/>
          <a:lstStyle>
            <a:lvl1pPr marL="0" indent="0">
              <a:buNone/>
              <a:defRPr/>
            </a:lvl1pPr>
          </a:lstStyle>
          <a:p>
            <a:pPr rtl="0"/>
            <a:r>
              <a:rPr lang="es"/>
              <a:t> </a:t>
            </a:r>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43698617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Contenido con imagen 5">
    <p:spTree>
      <p:nvGrpSpPr>
        <p:cNvPr id="1" name=""/>
        <p:cNvGrpSpPr/>
        <p:nvPr/>
      </p:nvGrpSpPr>
      <p:grpSpPr>
        <a:xfrm>
          <a:off x="0" y="0"/>
          <a:ext cx="0" cy="0"/>
          <a:chOff x="0" y="0"/>
          <a:chExt cx="0" cy="0"/>
        </a:xfrm>
      </p:grpSpPr>
      <p:cxnSp>
        <p:nvCxnSpPr>
          <p:cNvPr id="7" name="Conector recto 6">
            <a:extLst>
              <a:ext uri="{FF2B5EF4-FFF2-40B4-BE49-F238E27FC236}">
                <a16:creationId xmlns:a16="http://schemas.microsoft.com/office/drawing/2014/main" id="{BFE64AB8-5CDA-105D-40FF-06105F0CAFAB}"/>
              </a:ext>
              <a:ext uri="{C183D7F6-B498-43B3-948B-1728B52AA6E4}">
                <adec:decorative xmlns:adec="http://schemas.microsoft.com/office/drawing/2017/decorative" val="1"/>
              </a:ext>
            </a:extLst>
          </p:cNvPr>
          <p:cNvCxnSpPr>
            <a:cxnSpLocks/>
          </p:cNvCxnSpPr>
          <p:nvPr/>
        </p:nvCxnSpPr>
        <p:spPr>
          <a:xfrm>
            <a:off x="4800600" y="6210300"/>
            <a:ext cx="67056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8" name="Marcador de posición de imagen 7">
            <a:extLst>
              <a:ext uri="{FF2B5EF4-FFF2-40B4-BE49-F238E27FC236}">
                <a16:creationId xmlns:a16="http://schemas.microsoft.com/office/drawing/2014/main" id="{F05651F4-3862-056A-CAA1-54D59C5C0C31}"/>
              </a:ext>
            </a:extLst>
          </p:cNvPr>
          <p:cNvSpPr>
            <a:spLocks noGrp="1"/>
          </p:cNvSpPr>
          <p:nvPr>
            <p:ph type="pic" sz="quarter" idx="13" hasCustomPrompt="1"/>
          </p:nvPr>
        </p:nvSpPr>
        <p:spPr>
          <a:xfrm>
            <a:off x="0" y="0"/>
            <a:ext cx="4114800" cy="6858000"/>
          </a:xfrm>
          <a:blipFill>
            <a:blip r:embed="rId2">
              <a:alphaModFix amt="70000"/>
            </a:blip>
            <a:stretch>
              <a:fillRect/>
            </a:stretch>
          </a:blipFill>
        </p:spPr>
        <p:txBody>
          <a:bodyPr rtlCol="0"/>
          <a:lstStyle>
            <a:lvl1pPr marL="0" indent="0">
              <a:buNone/>
              <a:defRPr/>
            </a:lvl1pPr>
          </a:lstStyle>
          <a:p>
            <a:pPr rtl="0"/>
            <a:r>
              <a:rPr lang="es"/>
              <a:t> </a:t>
            </a:r>
          </a:p>
        </p:txBody>
      </p:sp>
      <p:sp>
        <p:nvSpPr>
          <p:cNvPr id="2" name="Título 1">
            <a:extLst>
              <a:ext uri="{FF2B5EF4-FFF2-40B4-BE49-F238E27FC236}">
                <a16:creationId xmlns:a16="http://schemas.microsoft.com/office/drawing/2014/main" id="{421917DD-3691-27F7-68C8-EACE32AEAF6A}"/>
              </a:ext>
            </a:extLst>
          </p:cNvPr>
          <p:cNvSpPr>
            <a:spLocks noGrp="1"/>
          </p:cNvSpPr>
          <p:nvPr>
            <p:ph type="title"/>
          </p:nvPr>
        </p:nvSpPr>
        <p:spPr>
          <a:xfrm>
            <a:off x="3428999" y="0"/>
            <a:ext cx="6019801" cy="1593908"/>
          </a:xfrm>
        </p:spPr>
        <p:txBody>
          <a:bodyPr lIns="137160" rIns="274320" bIns="137160" rtlCol="0"/>
          <a:lstStyle>
            <a:lvl1pPr>
              <a:defRPr/>
            </a:lvl1pPr>
          </a:lstStyle>
          <a:p>
            <a:pPr rtl="0"/>
            <a:r>
              <a:rPr lang="es"/>
              <a:t>Haga clic para modificar el estilo de título del patrón</a:t>
            </a:r>
            <a:endParaRPr lang="en-US"/>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4701509" y="1741394"/>
            <a:ext cx="6105157" cy="3843365"/>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4701508" y="6029868"/>
            <a:ext cx="2020824" cy="365125"/>
          </a:xfrm>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282307811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ido con imagen 6">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30047"/>
            <a:ext cx="4939005" cy="1166270"/>
          </a:xfrm>
          <a:noFill/>
        </p:spPr>
        <p:txBody>
          <a:bodyPr rtlCol="0"/>
          <a:lstStyle>
            <a:lvl1pPr>
              <a:defRPr/>
            </a:lvl1pPr>
          </a:lstStyle>
          <a:p>
            <a:pPr rtl="0"/>
            <a:r>
              <a:rPr lang="es"/>
              <a:t>Haga clic para modificar el estilo de título del patrón</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605432" y="1746792"/>
            <a:ext cx="5776896" cy="396940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16" name="Marcador de posición de imagen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7391400" y="0"/>
            <a:ext cx="4800600" cy="5562600"/>
          </a:xfrm>
          <a:blipFill>
            <a:blip r:embed="rId2">
              <a:alphaModFix amt="70000"/>
            </a:blip>
            <a:stretch>
              <a:fillRect/>
            </a:stretch>
          </a:blipFill>
        </p:spPr>
        <p:txBody>
          <a:bodyPr rtlCol="0"/>
          <a:lstStyle>
            <a:lvl1pPr marL="0" indent="0">
              <a:buNone/>
              <a:defRPr/>
            </a:lvl1pPr>
          </a:lstStyle>
          <a:p>
            <a:pPr rtl="0"/>
            <a:r>
              <a:rPr lang="es"/>
              <a:t> </a:t>
            </a:r>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32311804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Contenido con imagen 7">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3771900" cy="6858000"/>
          </a:xfrm>
          <a:blipFill>
            <a:blip r:embed="rId2">
              <a:alphaModFix amt="70000"/>
            </a:blip>
            <a:stretch>
              <a:fillRect/>
            </a:stretch>
          </a:blipFill>
        </p:spPr>
        <p:txBody>
          <a:bodyPr rtlCol="0"/>
          <a:lstStyle>
            <a:lvl1pPr marL="0" indent="0">
              <a:buNone/>
              <a:defRPr/>
            </a:lvl1pPr>
          </a:lstStyle>
          <a:p>
            <a:pPr rtl="0"/>
            <a:r>
              <a:rPr lang="es"/>
              <a:t> </a:t>
            </a:r>
          </a:p>
        </p:txBody>
      </p:sp>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3124200" y="0"/>
            <a:ext cx="7391400" cy="1207008"/>
          </a:xfrm>
        </p:spPr>
        <p:txBody>
          <a:bodyPr lIns="137160" tIns="137160" bIns="91440" rtlCol="0" anchor="b"/>
          <a:lstStyle>
            <a:lvl1pPr>
              <a:defRPr/>
            </a:lvl1pPr>
          </a:lstStyle>
          <a:p>
            <a:pPr rtl="0"/>
            <a:r>
              <a:rPr lang="es"/>
              <a:t>Haga clic para modificar el estilo de título del patrón</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4358608" y="1367622"/>
            <a:ext cx="7171976" cy="4477552"/>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cxnSp>
        <p:nvCxnSpPr>
          <p:cNvPr id="10" name="Conector recto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flipV="1">
            <a:off x="4495800" y="6210300"/>
            <a:ext cx="7010400" cy="213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4358608" y="6029868"/>
            <a:ext cx="2024542" cy="365125"/>
          </a:xfrm>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286006348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ntenido con imagen 8">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7848600" cy="6858000"/>
          </a:xfrm>
          <a:blipFill>
            <a:blip r:embed="rId2">
              <a:alphaModFix amt="70000"/>
            </a:blip>
            <a:stretch>
              <a:fillRect/>
            </a:stretch>
          </a:blipFill>
        </p:spPr>
        <p:txBody>
          <a:bodyPr rtlCol="0"/>
          <a:lstStyle>
            <a:lvl1pPr marL="0" indent="0">
              <a:buNone/>
              <a:defRPr/>
            </a:lvl1pPr>
          </a:lstStyle>
          <a:p>
            <a:pPr rtl="0"/>
            <a:r>
              <a:rPr lang="es"/>
              <a:t> </a:t>
            </a:r>
          </a:p>
        </p:txBody>
      </p:sp>
      <p:sp>
        <p:nvSpPr>
          <p:cNvPr id="2" name="Título 1">
            <a:extLst>
              <a:ext uri="{FF2B5EF4-FFF2-40B4-BE49-F238E27FC236}">
                <a16:creationId xmlns:a16="http://schemas.microsoft.com/office/drawing/2014/main" id="{421917DD-3691-27F7-68C8-EACE32AEAF6A}"/>
              </a:ext>
            </a:extLst>
          </p:cNvPr>
          <p:cNvSpPr>
            <a:spLocks noGrp="1"/>
          </p:cNvSpPr>
          <p:nvPr>
            <p:ph type="title"/>
          </p:nvPr>
        </p:nvSpPr>
        <p:spPr>
          <a:xfrm>
            <a:off x="7450456" y="0"/>
            <a:ext cx="4142830" cy="1978681"/>
          </a:xfrm>
        </p:spPr>
        <p:txBody>
          <a:bodyPr lIns="137160" rtlCol="0"/>
          <a:lstStyle>
            <a:lvl1pPr>
              <a:defRPr/>
            </a:lvl1pPr>
          </a:lstStyle>
          <a:p>
            <a:pPr rtl="0"/>
            <a:r>
              <a:rPr lang="es"/>
              <a:t>Haga clic para modificar el estilo de título del patrón</a:t>
            </a:r>
            <a:endParaRPr lang="en-US"/>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8442196" y="2112973"/>
            <a:ext cx="3151090" cy="3678228"/>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8439912" y="6029868"/>
            <a:ext cx="1911096" cy="365125"/>
          </a:xfrm>
          <a:noFill/>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10351008" y="6029868"/>
            <a:ext cx="890077" cy="365125"/>
          </a:xfrm>
          <a:noFill/>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247228576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Contenido con imagen 9">
    <p:spTree>
      <p:nvGrpSpPr>
        <p:cNvPr id="1" name=""/>
        <p:cNvGrpSpPr/>
        <p:nvPr/>
      </p:nvGrpSpPr>
      <p:grpSpPr>
        <a:xfrm>
          <a:off x="0" y="0"/>
          <a:ext cx="0" cy="0"/>
          <a:chOff x="0" y="0"/>
          <a:chExt cx="0" cy="0"/>
        </a:xfrm>
      </p:grpSpPr>
      <p:sp>
        <p:nvSpPr>
          <p:cNvPr id="15" name="Marcador de posición de imagen 14">
            <a:extLst>
              <a:ext uri="{FF2B5EF4-FFF2-40B4-BE49-F238E27FC236}">
                <a16:creationId xmlns:a16="http://schemas.microsoft.com/office/drawing/2014/main" id="{EEB1BA68-9980-8CBB-7BAF-A1D760EB21EC}"/>
              </a:ext>
            </a:extLst>
          </p:cNvPr>
          <p:cNvSpPr>
            <a:spLocks noGrp="1"/>
          </p:cNvSpPr>
          <p:nvPr>
            <p:ph type="pic" sz="quarter" idx="13" hasCustomPrompt="1"/>
          </p:nvPr>
        </p:nvSpPr>
        <p:spPr>
          <a:xfrm>
            <a:off x="0" y="1"/>
            <a:ext cx="12192000" cy="6858000"/>
          </a:xfrm>
          <a:custGeom>
            <a:avLst/>
            <a:gdLst>
              <a:gd name="connsiteX0" fmla="*/ 480060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5562599 h 6858000"/>
              <a:gd name="connsiteX5" fmla="*/ 4800600 w 12192000"/>
              <a:gd name="connsiteY5" fmla="*/ 55625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4800600" y="0"/>
                </a:moveTo>
                <a:lnTo>
                  <a:pt x="12192000" y="0"/>
                </a:lnTo>
                <a:lnTo>
                  <a:pt x="12192000" y="6858000"/>
                </a:lnTo>
                <a:lnTo>
                  <a:pt x="0" y="6858000"/>
                </a:lnTo>
                <a:lnTo>
                  <a:pt x="0" y="5562599"/>
                </a:lnTo>
                <a:lnTo>
                  <a:pt x="4800600" y="5562599"/>
                </a:lnTo>
                <a:close/>
              </a:path>
            </a:pathLst>
          </a:custGeom>
          <a:blipFill>
            <a:blip r:embed="rId2">
              <a:alphaModFix amt="70000"/>
            </a:blip>
            <a:stretch>
              <a:fillRect/>
            </a:stretch>
          </a:blipFill>
        </p:spPr>
        <p:txBody>
          <a:bodyPr wrap="square" rtlCol="0">
            <a:noAutofit/>
          </a:bodyPr>
          <a:lstStyle>
            <a:lvl1pPr marL="0" indent="0">
              <a:buNone/>
              <a:defRPr/>
            </a:lvl1pPr>
          </a:lstStyle>
          <a:p>
            <a:pPr rtl="0"/>
            <a:r>
              <a:rPr lang="es"/>
              <a:t> </a:t>
            </a:r>
          </a:p>
        </p:txBody>
      </p:sp>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01376"/>
            <a:ext cx="3601122" cy="1362458"/>
          </a:xfrm>
          <a:noFill/>
        </p:spPr>
        <p:txBody>
          <a:bodyPr rtlCol="0"/>
          <a:lstStyle>
            <a:lvl1pPr>
              <a:defRPr/>
            </a:lvl1pPr>
          </a:lstStyle>
          <a:p>
            <a:pPr rtl="0"/>
            <a:r>
              <a:rPr lang="es"/>
              <a:t>Haga clic para modificar el estilo de título del patrón</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603504" y="2496848"/>
            <a:ext cx="3601122" cy="23037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603504" y="503237"/>
            <a:ext cx="1907799" cy="365125"/>
          </a:xfrm>
          <a:noFill/>
        </p:spPr>
        <p:txBody>
          <a:bodyPr rtlCol="0"/>
          <a:lstStyle>
            <a:lvl1pPr algn="l">
              <a:defRPr/>
            </a:lvl1pPr>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603504" y="4800600"/>
            <a:ext cx="1256738" cy="365125"/>
          </a:xfrm>
          <a:noFill/>
        </p:spPr>
        <p:txBody>
          <a:bodyPr rtlCol="0"/>
          <a:lstStyle>
            <a:lvl1pPr algn="l">
              <a:defRPr/>
            </a:lvl1pPr>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xfrm>
            <a:off x="3947641" y="4800600"/>
            <a:ext cx="429372" cy="365125"/>
          </a:xfrm>
          <a:noFill/>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339052227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Contenido con imagen 10">
    <p:spTree>
      <p:nvGrpSpPr>
        <p:cNvPr id="1" name=""/>
        <p:cNvGrpSpPr/>
        <p:nvPr/>
      </p:nvGrpSpPr>
      <p:grpSpPr>
        <a:xfrm>
          <a:off x="0" y="0"/>
          <a:ext cx="0" cy="0"/>
          <a:chOff x="0" y="0"/>
          <a:chExt cx="0" cy="0"/>
        </a:xfrm>
      </p:grpSpPr>
      <p:sp>
        <p:nvSpPr>
          <p:cNvPr id="12" name="Marcador de posición de imagen 11">
            <a:extLst>
              <a:ext uri="{FF2B5EF4-FFF2-40B4-BE49-F238E27FC236}">
                <a16:creationId xmlns:a16="http://schemas.microsoft.com/office/drawing/2014/main" id="{9B15A2BF-1AB9-8F23-A598-958473764918}"/>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6705599 w 12192000"/>
              <a:gd name="connsiteY1" fmla="*/ 0 h 6858000"/>
              <a:gd name="connsiteX2" fmla="*/ 6705599 w 12192000"/>
              <a:gd name="connsiteY2" fmla="*/ 5524500 h 6858000"/>
              <a:gd name="connsiteX3" fmla="*/ 12192000 w 12192000"/>
              <a:gd name="connsiteY3" fmla="*/ 5524500 h 6858000"/>
              <a:gd name="connsiteX4" fmla="*/ 12192000 w 12192000"/>
              <a:gd name="connsiteY4" fmla="*/ 6858000 h 6858000"/>
              <a:gd name="connsiteX5" fmla="*/ 0 w 12192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0"/>
                </a:moveTo>
                <a:lnTo>
                  <a:pt x="6705599" y="0"/>
                </a:lnTo>
                <a:lnTo>
                  <a:pt x="6705599" y="5524500"/>
                </a:lnTo>
                <a:lnTo>
                  <a:pt x="12192000" y="5524500"/>
                </a:lnTo>
                <a:lnTo>
                  <a:pt x="12192000" y="6858000"/>
                </a:lnTo>
                <a:lnTo>
                  <a:pt x="0" y="6858000"/>
                </a:lnTo>
                <a:close/>
              </a:path>
            </a:pathLst>
          </a:custGeom>
          <a:blipFill>
            <a:blip r:embed="rId2">
              <a:alphaModFix amt="70000"/>
            </a:blip>
            <a:stretch>
              <a:fillRect/>
            </a:stretch>
          </a:blipFill>
        </p:spPr>
        <p:txBody>
          <a:bodyPr wrap="square" rtlCol="0">
            <a:noAutofit/>
          </a:bodyPr>
          <a:lstStyle>
            <a:lvl1pPr marL="0" indent="0">
              <a:buNone/>
              <a:defRPr/>
            </a:lvl1pPr>
          </a:lstStyle>
          <a:p>
            <a:pPr rtl="0"/>
            <a:r>
              <a:rPr lang="es"/>
              <a:t> </a:t>
            </a:r>
          </a:p>
        </p:txBody>
      </p:sp>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7280996" y="868363"/>
            <a:ext cx="4301403" cy="1058150"/>
          </a:xfrm>
          <a:noFill/>
        </p:spPr>
        <p:txBody>
          <a:bodyPr rtlCol="0"/>
          <a:lstStyle>
            <a:lvl1pPr>
              <a:defRPr/>
            </a:lvl1pPr>
          </a:lstStyle>
          <a:p>
            <a:pPr rtl="0"/>
            <a:r>
              <a:rPr lang="es"/>
              <a:t>Haga clic para modificar el estilo de título del patrón</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7280997" y="2059527"/>
            <a:ext cx="4301403" cy="262079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7280998" y="503237"/>
            <a:ext cx="1907799" cy="365125"/>
          </a:xfrm>
          <a:noFill/>
        </p:spPr>
        <p:txBody>
          <a:bodyPr rtlCol="0"/>
          <a:lstStyle>
            <a:lvl1pPr algn="l">
              <a:defRPr/>
            </a:lvl1pPr>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7280997" y="4680321"/>
            <a:ext cx="1256738" cy="365125"/>
          </a:xfrm>
          <a:noFill/>
        </p:spPr>
        <p:txBody>
          <a:bodyPr rtlCol="0"/>
          <a:lstStyle>
            <a:lvl1pPr algn="l">
              <a:defRPr/>
            </a:lvl1pPr>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29712" y="4680321"/>
            <a:ext cx="429372" cy="365125"/>
          </a:xfrm>
          <a:noFill/>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12595613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Contenido con imagen 11">
    <p:spTree>
      <p:nvGrpSpPr>
        <p:cNvPr id="1" name=""/>
        <p:cNvGrpSpPr/>
        <p:nvPr/>
      </p:nvGrpSpPr>
      <p:grpSpPr>
        <a:xfrm>
          <a:off x="0" y="0"/>
          <a:ext cx="0" cy="0"/>
          <a:chOff x="0" y="0"/>
          <a:chExt cx="0" cy="0"/>
        </a:xfrm>
      </p:grpSpPr>
      <p:sp>
        <p:nvSpPr>
          <p:cNvPr id="10" name="Marcador de posición de imagen 9">
            <a:extLst>
              <a:ext uri="{FF2B5EF4-FFF2-40B4-BE49-F238E27FC236}">
                <a16:creationId xmlns:a16="http://schemas.microsoft.com/office/drawing/2014/main" id="{867A324D-1E02-47A7-E25C-2977C957FCF5}"/>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1371600 h 6858000"/>
              <a:gd name="connsiteX3" fmla="*/ 6705600 w 12192000"/>
              <a:gd name="connsiteY3" fmla="*/ 1371600 h 6858000"/>
              <a:gd name="connsiteX4" fmla="*/ 6705600 w 12192000"/>
              <a:gd name="connsiteY4" fmla="*/ 6858000 h 6858000"/>
              <a:gd name="connsiteX5" fmla="*/ 0 w 12192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0"/>
                </a:moveTo>
                <a:lnTo>
                  <a:pt x="12192000" y="0"/>
                </a:lnTo>
                <a:lnTo>
                  <a:pt x="12192000" y="1371600"/>
                </a:lnTo>
                <a:lnTo>
                  <a:pt x="6705600" y="1371600"/>
                </a:lnTo>
                <a:lnTo>
                  <a:pt x="6705600" y="6858000"/>
                </a:lnTo>
                <a:lnTo>
                  <a:pt x="0" y="6858000"/>
                </a:lnTo>
                <a:close/>
              </a:path>
            </a:pathLst>
          </a:custGeom>
          <a:blipFill>
            <a:blip r:embed="rId2">
              <a:alphaModFix amt="70000"/>
            </a:blip>
            <a:stretch>
              <a:fillRect/>
            </a:stretch>
          </a:blipFill>
        </p:spPr>
        <p:txBody>
          <a:bodyPr wrap="square" rtlCol="0">
            <a:noAutofit/>
          </a:bodyPr>
          <a:lstStyle>
            <a:lvl1pPr marL="0" indent="0">
              <a:buNone/>
              <a:defRPr/>
            </a:lvl1pPr>
          </a:lstStyle>
          <a:p>
            <a:pPr rtl="0"/>
            <a:r>
              <a:rPr lang="es"/>
              <a:t> </a:t>
            </a:r>
          </a:p>
        </p:txBody>
      </p:sp>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7280997" y="2201863"/>
            <a:ext cx="4225204" cy="1058150"/>
          </a:xfrm>
          <a:noFill/>
        </p:spPr>
        <p:txBody>
          <a:bodyPr rtlCol="0"/>
          <a:lstStyle>
            <a:lvl1pPr>
              <a:defRPr/>
            </a:lvl1pPr>
          </a:lstStyle>
          <a:p>
            <a:pPr rtl="0"/>
            <a:r>
              <a:rPr lang="es"/>
              <a:t>Haga clic para modificar el estilo de título del patrón</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7280997" y="3393027"/>
            <a:ext cx="4225203" cy="247437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7280998" y="1836737"/>
            <a:ext cx="1907799" cy="365125"/>
          </a:xfrm>
          <a:noFill/>
        </p:spPr>
        <p:txBody>
          <a:bodyPr rtlCol="0"/>
          <a:lstStyle>
            <a:lvl1pPr algn="l">
              <a:defRPr/>
            </a:lvl1pPr>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7280997" y="6013821"/>
            <a:ext cx="1256738" cy="365125"/>
          </a:xfrm>
          <a:noFill/>
        </p:spPr>
        <p:txBody>
          <a:bodyPr rtlCol="0"/>
          <a:lstStyle>
            <a:lvl1pPr algn="l">
              <a:defRPr/>
            </a:lvl1pPr>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29712" y="6013821"/>
            <a:ext cx="429372" cy="365125"/>
          </a:xfrm>
          <a:noFill/>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250676171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Contenido con imagen 1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673955"/>
            <a:ext cx="3154680" cy="1287913"/>
          </a:xfrm>
          <a:noFill/>
        </p:spPr>
        <p:txBody>
          <a:bodyPr rtlCol="0" anchor="t"/>
          <a:lstStyle>
            <a:lvl1pPr>
              <a:defRPr/>
            </a:lvl1pPr>
          </a:lstStyle>
          <a:p>
            <a:pPr rtl="0"/>
            <a:r>
              <a:rPr lang="es"/>
              <a:t>Haga clic para modificar el estilo de título del patrón</a:t>
            </a:r>
          </a:p>
        </p:txBody>
      </p:sp>
      <p:sp>
        <p:nvSpPr>
          <p:cNvPr id="16" name="Marcador de posición de imagen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0"/>
            <a:ext cx="12191999" cy="4114800"/>
          </a:xfrm>
          <a:blipFill>
            <a:blip r:embed="rId2">
              <a:alphaModFix amt="70000"/>
            </a:blip>
            <a:stretch>
              <a:fillRect/>
            </a:stretch>
          </a:blipFill>
        </p:spPr>
        <p:txBody>
          <a:bodyPr rtlCol="0"/>
          <a:lstStyle>
            <a:lvl1pPr marL="0" indent="0">
              <a:buNone/>
              <a:defRPr/>
            </a:lvl1pPr>
          </a:lstStyle>
          <a:p>
            <a:pPr rtl="0"/>
            <a:r>
              <a:rPr lang="es"/>
              <a:t> </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4114800" y="4647060"/>
            <a:ext cx="7552114" cy="1382807"/>
          </a:xfrm>
        </p:spPr>
        <p:txBody>
          <a:bodyPr rtlCol="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noFill/>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7542" y="6029868"/>
            <a:ext cx="429372" cy="365125"/>
          </a:xfrm>
          <a:noFill/>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26558920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tenido con imagen 1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3429000"/>
            <a:ext cx="3081528" cy="2438400"/>
          </a:xfrm>
          <a:noFill/>
        </p:spPr>
        <p:txBody>
          <a:bodyPr rtlCol="0" anchor="t"/>
          <a:lstStyle>
            <a:lvl1pPr>
              <a:defRPr/>
            </a:lvl1pPr>
          </a:lstStyle>
          <a:p>
            <a:pPr rtl="0"/>
            <a:r>
              <a:rPr lang="es"/>
              <a:t>Haga clic para modificar el estilo de título del patrón</a:t>
            </a:r>
          </a:p>
        </p:txBody>
      </p:sp>
      <p:sp>
        <p:nvSpPr>
          <p:cNvPr id="16" name="Marcador de posición de imagen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0"/>
            <a:ext cx="12191999" cy="2895600"/>
          </a:xfrm>
          <a:blipFill>
            <a:blip r:embed="rId2">
              <a:alphaModFix amt="70000"/>
            </a:blip>
            <a:stretch>
              <a:fillRect/>
            </a:stretch>
          </a:blipFill>
        </p:spPr>
        <p:txBody>
          <a:bodyPr rtlCol="0"/>
          <a:lstStyle>
            <a:lvl1pPr marL="0" indent="0">
              <a:buNone/>
              <a:defRPr/>
            </a:lvl1pPr>
          </a:lstStyle>
          <a:p>
            <a:pPr rtl="0"/>
            <a:r>
              <a:rPr lang="es"/>
              <a:t> </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4114799" y="3429000"/>
            <a:ext cx="7391401" cy="243840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41368" y="6029868"/>
            <a:ext cx="429372" cy="365125"/>
          </a:xfrm>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9555548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Contenido con imagen 1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641214"/>
            <a:ext cx="3072384" cy="2775858"/>
          </a:xfrm>
          <a:noFill/>
        </p:spPr>
        <p:txBody>
          <a:bodyPr rtlCol="0" anchor="t"/>
          <a:lstStyle>
            <a:lvl1pPr>
              <a:defRPr/>
            </a:lvl1pPr>
          </a:lstStyle>
          <a:p>
            <a:pPr rtl="0"/>
            <a:r>
              <a:rPr lang="es"/>
              <a:t>Haga clic para modificar el estilo de título del patrón</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4114799" y="618269"/>
            <a:ext cx="7471769" cy="2810731"/>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3551884"/>
            <a:ext cx="1907799" cy="365125"/>
          </a:xfrm>
          <a:noFill/>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3551884"/>
            <a:ext cx="1179576" cy="365125"/>
          </a:xfrm>
          <a:noFill/>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41368" y="3551884"/>
            <a:ext cx="429372" cy="365125"/>
          </a:xfrm>
          <a:noFill/>
        </p:spPr>
        <p:txBody>
          <a:bodyPr rtlCol="0"/>
          <a:lstStyle/>
          <a:p>
            <a:pPr rtl="0"/>
            <a:fld id="{27F8DDA4-3B80-4E8A-A8F5-521F73BF9127}" type="slidenum">
              <a:rPr lang="en-US" smtClean="0"/>
              <a:t>‹Nº›</a:t>
            </a:fld>
            <a:endParaRPr lang="en-US"/>
          </a:p>
        </p:txBody>
      </p:sp>
      <p:sp>
        <p:nvSpPr>
          <p:cNvPr id="16" name="Marcador de posición de imagen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4114800"/>
            <a:ext cx="12191999" cy="2743200"/>
          </a:xfrm>
          <a:blipFill>
            <a:blip r:embed="rId2">
              <a:alphaModFix amt="70000"/>
            </a:blip>
            <a:stretch>
              <a:fillRect/>
            </a:stretch>
          </a:blipFill>
        </p:spPr>
        <p:txBody>
          <a:bodyPr rtlCol="0"/>
          <a:lstStyle>
            <a:lvl1pPr marL="0" indent="0">
              <a:buNone/>
              <a:defRPr/>
            </a:lvl1pPr>
          </a:lstStyle>
          <a:p>
            <a:pPr rtl="0"/>
            <a:r>
              <a:rPr lang="es"/>
              <a:t> </a:t>
            </a:r>
          </a:p>
        </p:txBody>
      </p:sp>
    </p:spTree>
    <p:extLst>
      <p:ext uri="{BB962C8B-B14F-4D97-AF65-F5344CB8AC3E}">
        <p14:creationId xmlns:p14="http://schemas.microsoft.com/office/powerpoint/2010/main" val="326191407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tenido con imagen 15">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685800" y="1371599"/>
            <a:ext cx="6705602" cy="4191001"/>
          </a:xfrm>
          <a:blipFill>
            <a:blip r:embed="rId2">
              <a:alphaModFix amt="70000"/>
            </a:blip>
            <a:stretch>
              <a:fillRect/>
            </a:stretch>
          </a:blipFill>
        </p:spPr>
        <p:txBody>
          <a:bodyPr rtlCol="0"/>
          <a:lstStyle>
            <a:lvl1pPr marL="0" indent="0">
              <a:buNone/>
              <a:defRPr/>
            </a:lvl1pPr>
          </a:lstStyle>
          <a:p>
            <a:pPr rtl="0"/>
            <a:r>
              <a:rPr lang="es"/>
              <a:t> </a:t>
            </a:r>
          </a:p>
        </p:txBody>
      </p:sp>
      <p:sp>
        <p:nvSpPr>
          <p:cNvPr id="2" name="Título 1">
            <a:extLst>
              <a:ext uri="{FF2B5EF4-FFF2-40B4-BE49-F238E27FC236}">
                <a16:creationId xmlns:a16="http://schemas.microsoft.com/office/drawing/2014/main" id="{421917DD-3691-27F7-68C8-EACE32AEAF6A}"/>
              </a:ext>
            </a:extLst>
          </p:cNvPr>
          <p:cNvSpPr>
            <a:spLocks noGrp="1"/>
          </p:cNvSpPr>
          <p:nvPr>
            <p:ph type="title"/>
          </p:nvPr>
        </p:nvSpPr>
        <p:spPr>
          <a:xfrm>
            <a:off x="603504" y="313943"/>
            <a:ext cx="4939201" cy="1281526"/>
          </a:xfrm>
        </p:spPr>
        <p:txBody>
          <a:bodyPr tIns="91440" bIns="137160" rtlCol="0"/>
          <a:lstStyle>
            <a:lvl1pPr>
              <a:defRPr/>
            </a:lvl1pPr>
          </a:lstStyle>
          <a:p>
            <a:pPr rtl="0"/>
            <a:r>
              <a:rPr lang="es"/>
              <a:t>Haga clic para modificar el estilo de título del patrón</a:t>
            </a:r>
            <a:endParaRPr lang="en-US"/>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7959144" y="1266426"/>
            <a:ext cx="3547056" cy="4296174"/>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1039275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tenido con imagen 16">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1917DD-3691-27F7-68C8-EACE32AEAF6A}"/>
              </a:ext>
            </a:extLst>
          </p:cNvPr>
          <p:cNvSpPr>
            <a:spLocks noGrp="1"/>
          </p:cNvSpPr>
          <p:nvPr>
            <p:ph type="title"/>
          </p:nvPr>
        </p:nvSpPr>
        <p:spPr>
          <a:xfrm>
            <a:off x="603505" y="337062"/>
            <a:ext cx="6787898" cy="845931"/>
          </a:xfrm>
        </p:spPr>
        <p:txBody>
          <a:bodyPr tIns="91440" bIns="91440" rtlCol="0"/>
          <a:lstStyle>
            <a:lvl1pPr>
              <a:defRPr/>
            </a:lvl1pPr>
          </a:lstStyle>
          <a:p>
            <a:pPr rtl="0"/>
            <a:r>
              <a:rPr lang="es"/>
              <a:t>Haga clic para modificar el estilo de título del patrón</a:t>
            </a:r>
            <a:endParaRPr lang="en-US"/>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9705468" y="637706"/>
            <a:ext cx="1907799" cy="365125"/>
          </a:xfrm>
        </p:spPr>
        <p:txBody>
          <a:bodyPr rtlCol="0" anchor="t"/>
          <a:lstStyle>
            <a:lvl1pPr algn="r">
              <a:defRPr/>
            </a:lvl1pPr>
          </a:lstStyle>
          <a:p>
            <a:pPr rtl="0"/>
            <a:r>
              <a:rPr lang="es"/>
              <a:t>Ejemplo de texto de pie de página</a:t>
            </a:r>
          </a:p>
        </p:txBody>
      </p:sp>
      <p:sp>
        <p:nvSpPr>
          <p:cNvPr id="11" name="Marcador de posición de imagen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371600"/>
            <a:ext cx="7391402" cy="5486400"/>
          </a:xfrm>
          <a:blipFill>
            <a:blip r:embed="rId2">
              <a:alphaModFix amt="70000"/>
            </a:blip>
            <a:stretch>
              <a:fillRect/>
            </a:stretch>
          </a:blipFill>
        </p:spPr>
        <p:txBody>
          <a:bodyPr rtlCol="0"/>
          <a:lstStyle>
            <a:lvl1pPr marL="0" indent="0">
              <a:buNone/>
              <a:defRPr/>
            </a:lvl1pPr>
          </a:lstStyle>
          <a:p>
            <a:pPr rtl="0"/>
            <a:r>
              <a:rPr lang="es"/>
              <a:t> </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7966163" y="1266737"/>
            <a:ext cx="2894795" cy="4763131"/>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rtlCol="0"/>
          <a:lstStyle/>
          <a:p>
            <a:pPr rtl="0"/>
            <a:fld id="{27F8DDA4-3B80-4E8A-A8F5-521F73BF9127}" type="slidenum">
              <a:rPr lang="en-US" smtClean="0"/>
              <a:t>‹Nº›</a:t>
            </a:fld>
            <a:endParaRPr lang="en-US"/>
          </a:p>
        </p:txBody>
      </p:sp>
      <p:cxnSp>
        <p:nvCxnSpPr>
          <p:cNvPr id="12" name="Conector recto 11">
            <a:extLst>
              <a:ext uri="{FF2B5EF4-FFF2-40B4-BE49-F238E27FC236}">
                <a16:creationId xmlns:a16="http://schemas.microsoft.com/office/drawing/2014/main" id="{DF397562-DA4B-EE6B-8F6C-1CE4F33EBED1}"/>
              </a:ext>
              <a:ext uri="{C183D7F6-B498-43B3-948B-1728B52AA6E4}">
                <adec:decorative xmlns:adec="http://schemas.microsoft.com/office/drawing/2017/decorative" val="1"/>
              </a:ext>
            </a:extLst>
          </p:cNvPr>
          <p:cNvCxnSpPr>
            <a:cxnSpLocks/>
          </p:cNvCxnSpPr>
          <p:nvPr/>
        </p:nvCxnSpPr>
        <p:spPr>
          <a:xfrm>
            <a:off x="11502704" y="1028700"/>
            <a:ext cx="0" cy="480060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296178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ontenido con imagen 17">
    <p:spTree>
      <p:nvGrpSpPr>
        <p:cNvPr id="1" name=""/>
        <p:cNvGrpSpPr/>
        <p:nvPr/>
      </p:nvGrpSpPr>
      <p:grpSpPr>
        <a:xfrm>
          <a:off x="0" y="0"/>
          <a:ext cx="0" cy="0"/>
          <a:chOff x="0" y="0"/>
          <a:chExt cx="0" cy="0"/>
        </a:xfrm>
      </p:grpSpPr>
      <p:cxnSp>
        <p:nvCxnSpPr>
          <p:cNvPr id="10" name="Conector recto 9">
            <a:extLst>
              <a:ext uri="{FF2B5EF4-FFF2-40B4-BE49-F238E27FC236}">
                <a16:creationId xmlns:a16="http://schemas.microsoft.com/office/drawing/2014/main" id="{C3A8EAE1-78C6-0829-9C7B-07BF40315667}"/>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11" name="Marcador de posición de imagen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4114801" cy="4114801"/>
          </a:xfrm>
          <a:blipFill>
            <a:blip r:embed="rId2">
              <a:alphaModFix amt="70000"/>
            </a:blip>
            <a:stretch>
              <a:fillRect/>
            </a:stretch>
          </a:blipFill>
        </p:spPr>
        <p:txBody>
          <a:bodyPr rtlCol="0"/>
          <a:lstStyle>
            <a:lvl1pPr marL="0" indent="0">
              <a:buNone/>
              <a:defRPr/>
            </a:lvl1pPr>
          </a:lstStyle>
          <a:p>
            <a:pPr rtl="0"/>
            <a:r>
              <a:rPr lang="es"/>
              <a:t> </a:t>
            </a:r>
          </a:p>
        </p:txBody>
      </p:sp>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6" y="3666528"/>
            <a:ext cx="3282166" cy="1896071"/>
          </a:xfrm>
        </p:spPr>
        <p:txBody>
          <a:bodyPr lIns="137160" tIns="137160" rtlCol="0" anchor="t"/>
          <a:lstStyle>
            <a:lvl1pPr>
              <a:defRPr/>
            </a:lvl1pPr>
          </a:lstStyle>
          <a:p>
            <a:pPr rtl="0"/>
            <a:r>
              <a:rPr lang="es"/>
              <a:t>Haga clic para modificar el estilo de título del patrón</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4680337" y="1136232"/>
            <a:ext cx="5777888" cy="4761212"/>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9701783" y="640080"/>
            <a:ext cx="1911096" cy="410486"/>
          </a:xfrm>
        </p:spPr>
        <p:txBody>
          <a:bodyPr rtlCol="0" anchor="t"/>
          <a:lstStyle>
            <a:lvl1pPr algn="r">
              <a:defRPr/>
            </a:lvl1pPr>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rot="5400000">
            <a:off x="10874790" y="5197321"/>
            <a:ext cx="1289031" cy="365120"/>
          </a:xfrm>
          <a:solidFill>
            <a:schemeClr val="bg1"/>
          </a:solidFill>
        </p:spPr>
        <p:txBody>
          <a:bodyPr rIns="182880"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388743172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tenido con imagen 18">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
            <a:ext cx="4800600" cy="4822372"/>
          </a:xfrm>
          <a:blipFill>
            <a:blip r:embed="rId2">
              <a:alphaModFix amt="70000"/>
            </a:blip>
            <a:stretch>
              <a:fillRect/>
            </a:stretch>
          </a:blipFill>
        </p:spPr>
        <p:txBody>
          <a:bodyPr rtlCol="0"/>
          <a:lstStyle>
            <a:lvl1pPr marL="0" indent="0">
              <a:buNone/>
              <a:defRPr/>
            </a:lvl1pPr>
          </a:lstStyle>
          <a:p>
            <a:pPr rtl="0"/>
            <a:r>
              <a:rPr lang="es"/>
              <a:t> </a:t>
            </a:r>
          </a:p>
        </p:txBody>
      </p:sp>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5" y="4374100"/>
            <a:ext cx="3897905" cy="1380814"/>
          </a:xfrm>
        </p:spPr>
        <p:txBody>
          <a:bodyPr lIns="137160" tIns="137160" rtlCol="0" anchor="t"/>
          <a:lstStyle>
            <a:lvl1pPr>
              <a:defRPr/>
            </a:lvl1pPr>
          </a:lstStyle>
          <a:p>
            <a:pPr rtl="0"/>
            <a:r>
              <a:rPr lang="es"/>
              <a:t>Haga clic para modificar el estilo de título del patrón</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5389516" y="685800"/>
            <a:ext cx="5430884" cy="5204983"/>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602974" y="6029867"/>
            <a:ext cx="1911096" cy="365126"/>
          </a:xfrm>
          <a:solidFill>
            <a:schemeClr val="bg1"/>
          </a:solidFill>
        </p:spPr>
        <p:txBody>
          <a:bodyPr rtlCol="0" anchor="ctr"/>
          <a:lstStyle>
            <a:lvl1pPr algn="l">
              <a:defRPr/>
            </a:lvl1pPr>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solidFill>
            <a:schemeClr val="bg1"/>
          </a:solidFill>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206767936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Contenido con imagen 19">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1917DD-3691-27F7-68C8-EACE32AEAF6A}"/>
              </a:ext>
            </a:extLst>
          </p:cNvPr>
          <p:cNvSpPr>
            <a:spLocks noGrp="1"/>
          </p:cNvSpPr>
          <p:nvPr>
            <p:ph type="title"/>
          </p:nvPr>
        </p:nvSpPr>
        <p:spPr>
          <a:xfrm>
            <a:off x="495138" y="551542"/>
            <a:ext cx="3737426" cy="1490472"/>
          </a:xfrm>
        </p:spPr>
        <p:txBody>
          <a:bodyPr lIns="137160" tIns="137160" rtlCol="0" anchor="t"/>
          <a:lstStyle>
            <a:lvl1pPr>
              <a:defRPr/>
            </a:lvl1pPr>
          </a:lstStyle>
          <a:p>
            <a:pPr rtl="0"/>
            <a:r>
              <a:rPr lang="es"/>
              <a:t>Haga clic para modificar el estilo de título del patrón</a:t>
            </a:r>
            <a:endParaRPr lang="en-US"/>
          </a:p>
        </p:txBody>
      </p:sp>
      <p:sp>
        <p:nvSpPr>
          <p:cNvPr id="11" name="Marcador de posición de imagen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685800" y="2057400"/>
            <a:ext cx="3429000" cy="4152900"/>
          </a:xfrm>
          <a:blipFill>
            <a:blip r:embed="rId2">
              <a:alphaModFix amt="70000"/>
            </a:blip>
            <a:stretch>
              <a:fillRect/>
            </a:stretch>
          </a:blipFill>
        </p:spPr>
        <p:txBody>
          <a:bodyPr rtlCol="0"/>
          <a:lstStyle>
            <a:lvl1pPr marL="0" indent="0">
              <a:buNone/>
              <a:defRPr/>
            </a:lvl1pPr>
          </a:lstStyle>
          <a:p>
            <a:pPr rtl="0"/>
            <a:r>
              <a:rPr lang="es"/>
              <a:t> </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4681057" y="595083"/>
            <a:ext cx="6981749" cy="530352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cxnSp>
        <p:nvCxnSpPr>
          <p:cNvPr id="10" name="Conector recto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4800600" y="6210300"/>
            <a:ext cx="67056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4681058" y="6029868"/>
            <a:ext cx="2024542" cy="365125"/>
          </a:xfrm>
        </p:spPr>
        <p:txBody>
          <a:bodyPr rtlCol="0"/>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5034" cy="365125"/>
          </a:xfrm>
        </p:spPr>
        <p:txBody>
          <a:bodyPr rtlCol="0"/>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280150545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obj" preserve="1">
  <p:cSld name="Número grande">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421917DD-3691-27F7-68C8-EACE32AEAF6A}"/>
              </a:ext>
            </a:extLst>
          </p:cNvPr>
          <p:cNvSpPr>
            <a:spLocks noGrp="1"/>
          </p:cNvSpPr>
          <p:nvPr>
            <p:ph type="title"/>
          </p:nvPr>
        </p:nvSpPr>
        <p:spPr>
          <a:xfrm>
            <a:off x="4800599" y="5149121"/>
            <a:ext cx="6861107" cy="842527"/>
          </a:xfrm>
          <a:noFill/>
        </p:spPr>
        <p:txBody>
          <a:bodyPr rtlCol="0" anchor="t"/>
          <a:lstStyle>
            <a:lvl1pPr algn="r">
              <a:defRPr b="0" cap="all" baseline="0">
                <a:solidFill>
                  <a:schemeClr val="accent1"/>
                </a:solidFill>
                <a:effectLst/>
                <a:latin typeface="+mj-lt"/>
              </a:defRPr>
            </a:lvl1pPr>
          </a:lstStyle>
          <a:p>
            <a:pPr rtl="0"/>
            <a:r>
              <a:rPr lang="es"/>
              <a:t>Haga clic para modificar el estilo de título del patrón</a:t>
            </a:r>
            <a:endParaRPr lang="en-US"/>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lIns="0" tIns="0" rIns="0" bIns="0" rtlCol="0" anchor="b">
            <a:normAutofit/>
          </a:bodyPr>
          <a:lstStyle>
            <a:lvl1pPr marL="0" indent="0">
              <a:buNone/>
              <a:defRPr sz="28000" spc="-200" baseline="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rtl="0"/>
            <a:r>
              <a:rPr lang="es"/>
              <a:t>##%</a:t>
            </a:r>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7"/>
            <a:ext cx="2137769" cy="365125"/>
          </a:xfrm>
          <a:noFill/>
        </p:spPr>
        <p:txBody>
          <a:bodyPr rtlCol="0"/>
          <a:lstStyle>
            <a:lvl1pPr>
              <a:defRPr b="0">
                <a:solidFill>
                  <a:schemeClr val="tx2"/>
                </a:solidFill>
              </a:defRPr>
            </a:lvl1pPr>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rtlCol="0"/>
          <a:lstStyle>
            <a:lvl1pPr>
              <a:defRPr>
                <a:solidFill>
                  <a:schemeClr val="tx2"/>
                </a:solidFill>
              </a:defRPr>
            </a:lvl1pPr>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rtlCol="0"/>
          <a:lstStyle>
            <a:lvl1pPr>
              <a:defRPr>
                <a:solidFill>
                  <a:schemeClr val="tx2"/>
                </a:solidFill>
              </a:defRPr>
            </a:lvl1pPr>
          </a:lstStyle>
          <a:p>
            <a:pPr rtl="0"/>
            <a:fld id="{27F8DDA4-3B80-4E8A-A8F5-521F73BF9127}" type="slidenum">
              <a:rPr lang="en-US" smtClean="0"/>
              <a:t>‹Nº›</a:t>
            </a:fld>
            <a:endParaRPr lang="en-US"/>
          </a:p>
        </p:txBody>
      </p:sp>
      <p:cxnSp>
        <p:nvCxnSpPr>
          <p:cNvPr id="9" name="Conector recto 8">
            <a:extLst>
              <a:ext uri="{FF2B5EF4-FFF2-40B4-BE49-F238E27FC236}">
                <a16:creationId xmlns:a16="http://schemas.microsoft.com/office/drawing/2014/main" id="{838393CD-94B6-EC8A-E14F-A09689A25C51}"/>
              </a:ext>
              <a:ext uri="{C183D7F6-B498-43B3-948B-1728B52AA6E4}">
                <adec:decorative xmlns:adec="http://schemas.microsoft.com/office/drawing/2017/decorative" val="1"/>
              </a:ext>
            </a:extLst>
          </p:cNvPr>
          <p:cNvCxnSpPr>
            <a:cxnSpLocks/>
          </p:cNvCxnSpPr>
          <p:nvPr/>
        </p:nvCxnSpPr>
        <p:spPr>
          <a:xfrm>
            <a:off x="11503594" y="675861"/>
            <a:ext cx="0" cy="418429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264644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obj" preserve="1">
  <p:cSld name="Número grande 2">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lumMod val="60000"/>
              <a:lumOff val="40000"/>
              <a:alpha val="8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421917DD-3691-27F7-68C8-EACE32AEAF6A}"/>
              </a:ext>
            </a:extLst>
          </p:cNvPr>
          <p:cNvSpPr>
            <a:spLocks noGrp="1"/>
          </p:cNvSpPr>
          <p:nvPr>
            <p:ph type="title"/>
          </p:nvPr>
        </p:nvSpPr>
        <p:spPr>
          <a:xfrm>
            <a:off x="3429000" y="5042130"/>
            <a:ext cx="8232707" cy="949518"/>
          </a:xfrm>
          <a:noFill/>
        </p:spPr>
        <p:txBody>
          <a:bodyPr rtlCol="0" anchor="t">
            <a:normAutofit/>
          </a:bodyPr>
          <a:lstStyle>
            <a:lvl1pPr algn="r">
              <a:defRPr sz="3200" b="0" cap="none" baseline="0">
                <a:solidFill>
                  <a:schemeClr val="accent5">
                    <a:lumMod val="75000"/>
                  </a:schemeClr>
                </a:solidFill>
                <a:effectLst/>
                <a:latin typeface="+mn-lt"/>
              </a:defRPr>
            </a:lvl1pPr>
          </a:lstStyle>
          <a:p>
            <a:pPr rtl="0"/>
            <a:r>
              <a:rPr lang="es"/>
              <a:t>Haga clic para modificar el estilo de título del patrón</a:t>
            </a:r>
            <a:endParaRPr lang="en-US"/>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rtlCol="0" anchor="b">
            <a:normAutofit/>
          </a:bodyPr>
          <a:lstStyle>
            <a:lvl1pPr marL="0" indent="0">
              <a:buNone/>
              <a:defRPr sz="28000" spc="-200" baseline="0">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rtl="0"/>
            <a:r>
              <a:rPr lang="es"/>
              <a:t>##%</a:t>
            </a:r>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8"/>
            <a:ext cx="2137769" cy="365125"/>
          </a:xfrm>
          <a:noFill/>
        </p:spPr>
        <p:txBody>
          <a:bodyPr rtlCol="0"/>
          <a:lstStyle>
            <a:lvl1pPr>
              <a:defRPr b="0">
                <a:solidFill>
                  <a:schemeClr val="tx2"/>
                </a:solidFill>
              </a:defRPr>
            </a:lvl1pPr>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rtlCol="0"/>
          <a:lstStyle>
            <a:lvl1pPr>
              <a:defRPr>
                <a:solidFill>
                  <a:schemeClr val="tx2"/>
                </a:solidFill>
              </a:defRPr>
            </a:lvl1pPr>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rtlCol="0"/>
          <a:lstStyle>
            <a:lvl1pPr>
              <a:defRPr>
                <a:solidFill>
                  <a:schemeClr val="tx2"/>
                </a:solidFill>
              </a:defRPr>
            </a:lvl1pPr>
          </a:lstStyle>
          <a:p>
            <a:pPr rtl="0"/>
            <a:fld id="{27F8DDA4-3B80-4E8A-A8F5-521F73BF9127}" type="slidenum">
              <a:rPr lang="en-US" smtClean="0"/>
              <a:t>‹Nº›</a:t>
            </a:fld>
            <a:endParaRPr lang="en-US"/>
          </a:p>
        </p:txBody>
      </p:sp>
      <p:cxnSp>
        <p:nvCxnSpPr>
          <p:cNvPr id="8" name="Conector recto 7">
            <a:extLst>
              <a:ext uri="{FF2B5EF4-FFF2-40B4-BE49-F238E27FC236}">
                <a16:creationId xmlns:a16="http://schemas.microsoft.com/office/drawing/2014/main" id="{5129594E-9391-9519-E286-4ED9732CC6C8}"/>
              </a:ext>
              <a:ext uri="{C183D7F6-B498-43B3-948B-1728B52AA6E4}">
                <adec:decorative xmlns:adec="http://schemas.microsoft.com/office/drawing/2017/decorative" val="1"/>
              </a:ext>
            </a:extLst>
          </p:cNvPr>
          <p:cNvCxnSpPr>
            <a:cxnSpLocks/>
          </p:cNvCxnSpPr>
          <p:nvPr/>
        </p:nvCxnSpPr>
        <p:spPr>
          <a:xfrm>
            <a:off x="11509025" y="735417"/>
            <a:ext cx="0" cy="4124739"/>
          </a:xfrm>
          <a:prstGeom prst="line">
            <a:avLst/>
          </a:prstGeom>
          <a:ln w="12700">
            <a:solidFill>
              <a:srgbClr val="EFEDE7">
                <a:alpha val="7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192050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obj" preserve="1">
  <p:cSld name="Número grande 3">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421917DD-3691-27F7-68C8-EACE32AEAF6A}"/>
              </a:ext>
            </a:extLst>
          </p:cNvPr>
          <p:cNvSpPr>
            <a:spLocks noGrp="1"/>
          </p:cNvSpPr>
          <p:nvPr>
            <p:ph type="title"/>
          </p:nvPr>
        </p:nvSpPr>
        <p:spPr>
          <a:xfrm>
            <a:off x="4114799" y="5230607"/>
            <a:ext cx="7634369" cy="761041"/>
          </a:xfrm>
          <a:noFill/>
        </p:spPr>
        <p:txBody>
          <a:bodyPr rtlCol="0" anchor="t"/>
          <a:lstStyle>
            <a:lvl1pPr algn="r">
              <a:defRPr>
                <a:solidFill>
                  <a:schemeClr val="bg1"/>
                </a:solidFill>
              </a:defRPr>
            </a:lvl1pPr>
          </a:lstStyle>
          <a:p>
            <a:pPr rtl="0"/>
            <a:r>
              <a:rPr lang="es"/>
              <a:t>Haga clic para modificar el estilo de título del patrón</a:t>
            </a:r>
            <a:endParaRPr lang="en-US"/>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hasCustomPrompt="1"/>
          </p:nvPr>
        </p:nvSpPr>
        <p:spPr>
          <a:xfrm>
            <a:off x="434195" y="120765"/>
            <a:ext cx="10659375" cy="4800600"/>
          </a:xfrm>
        </p:spPr>
        <p:txBody>
          <a:bodyPr lIns="0" tIns="0" rIns="0" bIns="0" rtlCol="0" anchor="b">
            <a:normAutofit/>
          </a:bodyPr>
          <a:lstStyle>
            <a:lvl1pPr marL="0" indent="0">
              <a:buNone/>
              <a:defRPr sz="31000" spc="-100" baseline="0">
                <a:solidFill>
                  <a:schemeClr val="accent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rtl="0"/>
            <a:r>
              <a:rPr lang="es"/>
              <a:t>##%</a:t>
            </a:r>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32480"/>
            <a:ext cx="2137769" cy="365125"/>
          </a:xfrm>
          <a:noFill/>
        </p:spPr>
        <p:txBody>
          <a:bodyPr rtlCol="0"/>
          <a:lstStyle>
            <a:lvl1pPr>
              <a:defRPr b="0" spc="0">
                <a:solidFill>
                  <a:schemeClr val="bg1"/>
                </a:solidFill>
              </a:defRPr>
            </a:lvl1pPr>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rtlCol="0"/>
          <a:lstStyle>
            <a:lvl1pPr>
              <a:defRPr>
                <a:solidFill>
                  <a:schemeClr val="bg1"/>
                </a:solidFill>
              </a:defRPr>
            </a:lvl1pPr>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rtlCol="0"/>
          <a:lstStyle>
            <a:lvl1pPr>
              <a:defRPr>
                <a:solidFill>
                  <a:schemeClr val="bg1"/>
                </a:solidFill>
              </a:defRPr>
            </a:lvl1pPr>
          </a:lstStyle>
          <a:p>
            <a:pPr rtl="0"/>
            <a:fld id="{27F8DDA4-3B80-4E8A-A8F5-521F73BF9127}" type="slidenum">
              <a:rPr lang="en-US" smtClean="0"/>
              <a:t>‹Nº›</a:t>
            </a:fld>
            <a:endParaRPr lang="en-US"/>
          </a:p>
        </p:txBody>
      </p:sp>
      <p:cxnSp>
        <p:nvCxnSpPr>
          <p:cNvPr id="8" name="Conector recto 7">
            <a:extLst>
              <a:ext uri="{FF2B5EF4-FFF2-40B4-BE49-F238E27FC236}">
                <a16:creationId xmlns:a16="http://schemas.microsoft.com/office/drawing/2014/main" id="{5129594E-9391-9519-E286-4ED9732CC6C8}"/>
              </a:ext>
              <a:ext uri="{C183D7F6-B498-43B3-948B-1728B52AA6E4}">
                <adec:decorative xmlns:adec="http://schemas.microsoft.com/office/drawing/2017/decorative" val="1"/>
              </a:ext>
            </a:extLst>
          </p:cNvPr>
          <p:cNvCxnSpPr>
            <a:cxnSpLocks/>
          </p:cNvCxnSpPr>
          <p:nvPr/>
        </p:nvCxnSpPr>
        <p:spPr>
          <a:xfrm>
            <a:off x="11509025" y="735417"/>
            <a:ext cx="0" cy="4185948"/>
          </a:xfrm>
          <a:prstGeom prst="line">
            <a:avLst/>
          </a:prstGeom>
          <a:ln w="12700">
            <a:solidFill>
              <a:srgbClr val="EFEDE7">
                <a:alpha val="7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900635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obj" preserve="1">
  <p:cSld name="Número grande 4">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accent2"/>
              </a:solidFill>
            </a:endParaRPr>
          </a:p>
        </p:txBody>
      </p:sp>
      <p:sp>
        <p:nvSpPr>
          <p:cNvPr id="2" name="Título 1">
            <a:extLst>
              <a:ext uri="{FF2B5EF4-FFF2-40B4-BE49-F238E27FC236}">
                <a16:creationId xmlns:a16="http://schemas.microsoft.com/office/drawing/2014/main" id="{421917DD-3691-27F7-68C8-EACE32AEAF6A}"/>
              </a:ext>
            </a:extLst>
          </p:cNvPr>
          <p:cNvSpPr>
            <a:spLocks noGrp="1"/>
          </p:cNvSpPr>
          <p:nvPr>
            <p:ph type="title"/>
          </p:nvPr>
        </p:nvSpPr>
        <p:spPr>
          <a:xfrm>
            <a:off x="3800723" y="5230607"/>
            <a:ext cx="7948445" cy="761041"/>
          </a:xfrm>
          <a:noFill/>
        </p:spPr>
        <p:txBody>
          <a:bodyPr rtlCol="0" anchor="t"/>
          <a:lstStyle>
            <a:lvl1pPr algn="r">
              <a:defRPr b="1" spc="100" baseline="0">
                <a:solidFill>
                  <a:schemeClr val="bg2"/>
                </a:solidFill>
                <a:latin typeface="+mn-lt"/>
              </a:defRPr>
            </a:lvl1pPr>
          </a:lstStyle>
          <a:p>
            <a:pPr rtl="0"/>
            <a:r>
              <a:rPr lang="es"/>
              <a:t>Haga clic para modificar el estilo de título del patrón</a:t>
            </a:r>
            <a:endParaRPr lang="en-US"/>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hasCustomPrompt="1"/>
          </p:nvPr>
        </p:nvSpPr>
        <p:spPr>
          <a:xfrm>
            <a:off x="434195" y="-657225"/>
            <a:ext cx="10924355" cy="5887832"/>
          </a:xfrm>
        </p:spPr>
        <p:txBody>
          <a:bodyPr lIns="0" tIns="0" rIns="0" bIns="0" rtlCol="0" anchor="ctr">
            <a:normAutofit/>
          </a:bodyPr>
          <a:lstStyle>
            <a:lvl1pPr marL="0" indent="0">
              <a:buNone/>
              <a:defRPr sz="31000" spc="-100" baseline="0">
                <a:solidFill>
                  <a:schemeClr val="bg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rtl="0"/>
            <a:r>
              <a:rPr lang="es"/>
              <a:t>##%</a:t>
            </a:r>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32480"/>
            <a:ext cx="2137769" cy="365125"/>
          </a:xfrm>
          <a:noFill/>
        </p:spPr>
        <p:txBody>
          <a:bodyPr rtlCol="0"/>
          <a:lstStyle>
            <a:lvl1pPr>
              <a:defRPr b="0" spc="0">
                <a:solidFill>
                  <a:schemeClr val="bg2"/>
                </a:solidFill>
              </a:defRPr>
            </a:lvl1pPr>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rtlCol="0"/>
          <a:lstStyle>
            <a:lvl1pPr>
              <a:defRPr>
                <a:solidFill>
                  <a:schemeClr val="bg2"/>
                </a:solidFill>
              </a:defRPr>
            </a:lvl1pPr>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rtlCol="0"/>
          <a:lstStyle>
            <a:lvl1pPr>
              <a:defRPr>
                <a:solidFill>
                  <a:schemeClr val="bg2"/>
                </a:solidFill>
              </a:defRPr>
            </a:lvl1pPr>
          </a:lstStyle>
          <a:p>
            <a:pPr rtl="0"/>
            <a:fld id="{27F8DDA4-3B80-4E8A-A8F5-521F73BF9127}" type="slidenum">
              <a:rPr lang="en-US" smtClean="0"/>
              <a:t>‹Nº›</a:t>
            </a:fld>
            <a:endParaRPr lang="en-US"/>
          </a:p>
        </p:txBody>
      </p:sp>
      <p:cxnSp>
        <p:nvCxnSpPr>
          <p:cNvPr id="8" name="Conector recto 7">
            <a:extLst>
              <a:ext uri="{FF2B5EF4-FFF2-40B4-BE49-F238E27FC236}">
                <a16:creationId xmlns:a16="http://schemas.microsoft.com/office/drawing/2014/main" id="{5129594E-9391-9519-E286-4ED9732CC6C8}"/>
              </a:ext>
              <a:ext uri="{C183D7F6-B498-43B3-948B-1728B52AA6E4}">
                <adec:decorative xmlns:adec="http://schemas.microsoft.com/office/drawing/2017/decorative" val="1"/>
              </a:ext>
            </a:extLst>
          </p:cNvPr>
          <p:cNvCxnSpPr>
            <a:cxnSpLocks/>
          </p:cNvCxnSpPr>
          <p:nvPr/>
        </p:nvCxnSpPr>
        <p:spPr>
          <a:xfrm>
            <a:off x="11509025" y="735417"/>
            <a:ext cx="0" cy="4185948"/>
          </a:xfrm>
          <a:prstGeom prst="line">
            <a:avLst/>
          </a:prstGeom>
          <a:ln w="12700">
            <a:solidFill>
              <a:srgbClr val="EFEDE7">
                <a:alpha val="7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444696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reserve="1">
  <p:cSld name="Número grande 5">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accent2"/>
              </a:solidFill>
            </a:endParaRPr>
          </a:p>
        </p:txBody>
      </p:sp>
      <p:sp>
        <p:nvSpPr>
          <p:cNvPr id="2" name="Título 1">
            <a:extLst>
              <a:ext uri="{FF2B5EF4-FFF2-40B4-BE49-F238E27FC236}">
                <a16:creationId xmlns:a16="http://schemas.microsoft.com/office/drawing/2014/main" id="{421917DD-3691-27F7-68C8-EACE32AEAF6A}"/>
              </a:ext>
            </a:extLst>
          </p:cNvPr>
          <p:cNvSpPr>
            <a:spLocks noGrp="1"/>
          </p:cNvSpPr>
          <p:nvPr>
            <p:ph type="title"/>
          </p:nvPr>
        </p:nvSpPr>
        <p:spPr>
          <a:xfrm>
            <a:off x="3800723" y="5122417"/>
            <a:ext cx="7948445" cy="869232"/>
          </a:xfrm>
          <a:noFill/>
        </p:spPr>
        <p:txBody>
          <a:bodyPr rtlCol="0" anchor="t">
            <a:normAutofit/>
          </a:bodyPr>
          <a:lstStyle>
            <a:lvl1pPr algn="r">
              <a:defRPr sz="2800" b="0" spc="100" baseline="0">
                <a:solidFill>
                  <a:schemeClr val="bg2"/>
                </a:solidFill>
                <a:latin typeface="+mj-lt"/>
              </a:defRPr>
            </a:lvl1pPr>
          </a:lstStyle>
          <a:p>
            <a:pPr rtl="0"/>
            <a:r>
              <a:rPr lang="es"/>
              <a:t>Haga clic para modificar el estilo de título del patrón</a:t>
            </a:r>
            <a:endParaRPr lang="en-US"/>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hasCustomPrompt="1"/>
          </p:nvPr>
        </p:nvSpPr>
        <p:spPr>
          <a:xfrm>
            <a:off x="434195" y="120765"/>
            <a:ext cx="10659375" cy="4800600"/>
          </a:xfrm>
        </p:spPr>
        <p:txBody>
          <a:bodyPr lIns="0" tIns="0" rIns="0" rtlCol="0" anchor="b">
            <a:normAutofit/>
          </a:bodyPr>
          <a:lstStyle>
            <a:lvl1pPr marL="0" indent="0">
              <a:spcBef>
                <a:spcPts val="0"/>
              </a:spcBef>
              <a:buNone/>
              <a:defRPr sz="31000" spc="-100" baseline="0">
                <a:ln w="15875">
                  <a:solidFill>
                    <a:schemeClr val="bg2"/>
                  </a:solidFill>
                </a:ln>
                <a:noFill/>
                <a:latin typeface="+mj-lt"/>
              </a:defRPr>
            </a:lvl1pPr>
            <a:lvl2pPr marL="457200" indent="0">
              <a:buNone/>
              <a:defRPr/>
            </a:lvl2pPr>
            <a:lvl3pPr marL="914400" indent="0">
              <a:buNone/>
              <a:defRPr/>
            </a:lvl3pPr>
            <a:lvl4pPr marL="1371600" indent="0">
              <a:buNone/>
              <a:defRPr/>
            </a:lvl4pPr>
            <a:lvl5pPr marL="1828800" indent="0">
              <a:buNone/>
              <a:defRPr/>
            </a:lvl5pPr>
          </a:lstStyle>
          <a:p>
            <a:pPr lvl="0" rtl="0"/>
            <a:r>
              <a:rPr lang="es"/>
              <a:t>##%</a:t>
            </a:r>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10263391" y="616226"/>
            <a:ext cx="1352320" cy="412474"/>
          </a:xfrm>
          <a:noFill/>
        </p:spPr>
        <p:txBody>
          <a:bodyPr rtlCol="0" anchor="t"/>
          <a:lstStyle>
            <a:lvl1pPr algn="r">
              <a:defRPr b="0" spc="0">
                <a:solidFill>
                  <a:schemeClr val="bg2"/>
                </a:solidFill>
              </a:defRPr>
            </a:lvl1pPr>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rtlCol="0"/>
          <a:lstStyle>
            <a:lvl1pPr>
              <a:defRPr>
                <a:solidFill>
                  <a:schemeClr val="bg2"/>
                </a:solidFill>
              </a:defRPr>
            </a:lvl1pPr>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rtlCol="0"/>
          <a:lstStyle>
            <a:lvl1pPr>
              <a:defRPr>
                <a:solidFill>
                  <a:schemeClr val="bg2"/>
                </a:solidFill>
              </a:defRPr>
            </a:lvl1pPr>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34238543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reserve="1">
  <p:cSld name="Instrucción">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rgbClr val="FF8A4F"/>
              </a:solidFill>
            </a:endParaRPr>
          </a:p>
        </p:txBody>
      </p:sp>
      <p:sp>
        <p:nvSpPr>
          <p:cNvPr id="2" name="Título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rtlCol="0"/>
          <a:lstStyle/>
          <a:p>
            <a:pPr rtl="0"/>
            <a:r>
              <a:rPr lang="es"/>
              <a:t>Haga clic para modificar el estilo de título del patrón</a:t>
            </a:r>
            <a:endParaRPr lang="en-US"/>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10169921" cy="4949687"/>
          </a:xfrm>
        </p:spPr>
        <p:txBody>
          <a:bodyPr rtlCol="0" anchor="b">
            <a:normAutofit/>
          </a:bodyPr>
          <a:lstStyle>
            <a:lvl1pPr marL="0" indent="0">
              <a:lnSpc>
                <a:spcPct val="80000"/>
              </a:lnSpc>
              <a:spcBef>
                <a:spcPts val="0"/>
              </a:spcBef>
              <a:buNone/>
              <a:defRPr sz="7200" cap="all" spc="-100" baseline="0">
                <a:solidFill>
                  <a:schemeClr val="accent1"/>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rtl="0"/>
            <a:r>
              <a:rPr lang="es"/>
              <a:t>Haga clic para editar la afirmación</a:t>
            </a:r>
          </a:p>
        </p:txBody>
      </p:sp>
      <p:cxnSp>
        <p:nvCxnSpPr>
          <p:cNvPr id="9" name="Conector recto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85800"/>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lumMod val="60000"/>
              <a:lumOff val="40000"/>
            </a:schemeClr>
          </a:solidFill>
        </p:spPr>
        <p:txBody>
          <a:bodyPr rtlCol="0"/>
          <a:lstStyle>
            <a:lvl1pPr>
              <a:defRPr b="0" spc="0">
                <a:solidFill>
                  <a:schemeClr val="bg1"/>
                </a:solidFill>
              </a:defRPr>
            </a:lvl1pPr>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01227"/>
            <a:ext cx="1256738" cy="365125"/>
          </a:xfrm>
          <a:solidFill>
            <a:schemeClr val="accent2">
              <a:lumMod val="60000"/>
              <a:lumOff val="40000"/>
            </a:schemeClr>
          </a:solidFill>
        </p:spPr>
        <p:txBody>
          <a:bodyPr rtlCol="0"/>
          <a:lstStyle>
            <a:lvl1pPr>
              <a:defRPr>
                <a:solidFill>
                  <a:schemeClr val="bg1"/>
                </a:solidFill>
              </a:defRPr>
            </a:lvl1pPr>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501227"/>
            <a:ext cx="429372" cy="365125"/>
          </a:xfrm>
          <a:solidFill>
            <a:schemeClr val="accent2">
              <a:lumMod val="60000"/>
              <a:lumOff val="40000"/>
            </a:schemeClr>
          </a:solidFill>
        </p:spPr>
        <p:txBody>
          <a:bodyPr rtlCol="0"/>
          <a:lstStyle>
            <a:lvl1pPr>
              <a:defRPr>
                <a:solidFill>
                  <a:schemeClr val="bg1"/>
                </a:solidFill>
              </a:defRPr>
            </a:lvl1pPr>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148349531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obj" preserve="1">
  <p:cSld name="Instrucción 2">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rgbClr val="FF8A4F"/>
              </a:solidFill>
            </a:endParaRPr>
          </a:p>
        </p:txBody>
      </p:sp>
      <p:sp>
        <p:nvSpPr>
          <p:cNvPr id="2" name="Título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rtlCol="0"/>
          <a:lstStyle/>
          <a:p>
            <a:pPr rtl="0"/>
            <a:r>
              <a:rPr lang="es"/>
              <a:t>Haga clic para modificar el estilo de título del patrón</a:t>
            </a:r>
            <a:endParaRPr lang="en-US"/>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9666226" cy="4949687"/>
          </a:xfrm>
        </p:spPr>
        <p:txBody>
          <a:bodyPr rtlCol="0" anchor="b">
            <a:normAutofit/>
          </a:bodyPr>
          <a:lstStyle>
            <a:lvl1pPr marL="0" indent="0">
              <a:lnSpc>
                <a:spcPct val="80000"/>
              </a:lnSpc>
              <a:spcBef>
                <a:spcPts val="0"/>
              </a:spcBef>
              <a:buNone/>
              <a:defRPr sz="7200" cap="all" spc="-100" baseline="0">
                <a:solidFill>
                  <a:schemeClr val="accent2">
                    <a:lumMod val="40000"/>
                    <a:lumOff val="60000"/>
                  </a:schemeClr>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rtl="0"/>
            <a:r>
              <a:rPr lang="es"/>
              <a:t>Haga clic para editar la afirmación</a:t>
            </a:r>
          </a:p>
        </p:txBody>
      </p:sp>
      <p:cxnSp>
        <p:nvCxnSpPr>
          <p:cNvPr id="9" name="Conector recto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729532"/>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solidFill>
        </p:spPr>
        <p:txBody>
          <a:bodyPr rtlCol="0"/>
          <a:lstStyle>
            <a:lvl1pPr>
              <a:defRPr b="0" spc="0">
                <a:solidFill>
                  <a:schemeClr val="bg1"/>
                </a:solidFill>
              </a:defRPr>
            </a:lvl1pPr>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44329"/>
            <a:ext cx="1256738" cy="365125"/>
          </a:xfrm>
          <a:solidFill>
            <a:schemeClr val="accent2"/>
          </a:solidFill>
        </p:spPr>
        <p:txBody>
          <a:bodyPr rtlCol="0"/>
          <a:lstStyle>
            <a:lvl1pPr>
              <a:defRPr>
                <a:solidFill>
                  <a:schemeClr val="bg1"/>
                </a:solidFill>
              </a:defRPr>
            </a:lvl1pPr>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5" y="544329"/>
            <a:ext cx="449721" cy="365125"/>
          </a:xfrm>
          <a:solidFill>
            <a:schemeClr val="accent2"/>
          </a:solidFill>
        </p:spPr>
        <p:txBody>
          <a:bodyPr rtlCol="0"/>
          <a:lstStyle>
            <a:lvl1pPr>
              <a:defRPr>
                <a:solidFill>
                  <a:schemeClr val="bg1"/>
                </a:solidFill>
              </a:defRPr>
            </a:lvl1pPr>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190626101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obj" preserve="1">
  <p:cSld name="Instrucción 3">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rgbClr val="FF8A4F"/>
              </a:solidFill>
            </a:endParaRPr>
          </a:p>
        </p:txBody>
      </p:sp>
      <p:sp>
        <p:nvSpPr>
          <p:cNvPr id="2" name="Título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rtlCol="0"/>
          <a:lstStyle/>
          <a:p>
            <a:pPr rtl="0"/>
            <a:r>
              <a:rPr lang="es"/>
              <a:t>Haga clic para modificar el estilo de título del patrón</a:t>
            </a:r>
            <a:endParaRPr lang="en-US"/>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441641"/>
            <a:ext cx="9796670" cy="4358960"/>
          </a:xfrm>
        </p:spPr>
        <p:txBody>
          <a:bodyPr rtlCol="0" anchor="t">
            <a:normAutofit/>
          </a:bodyPr>
          <a:lstStyle>
            <a:lvl1pPr marL="0" indent="0">
              <a:lnSpc>
                <a:spcPct val="80000"/>
              </a:lnSpc>
              <a:spcBef>
                <a:spcPts val="0"/>
              </a:spcBef>
              <a:buNone/>
              <a:defRPr sz="7200" cap="all" spc="-100" baseline="0">
                <a:solidFill>
                  <a:schemeClr val="accent2"/>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rtl="0"/>
            <a:r>
              <a:rPr lang="es"/>
              <a:t>Haga clic para editar la afirmación</a:t>
            </a:r>
          </a:p>
        </p:txBody>
      </p:sp>
      <p:cxnSp>
        <p:nvCxnSpPr>
          <p:cNvPr id="9" name="Conector recto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172200"/>
            <a:ext cx="10326757" cy="0"/>
          </a:xfrm>
          <a:prstGeom prst="line">
            <a:avLst/>
          </a:prstGeom>
          <a:ln w="12700">
            <a:solidFill>
              <a:schemeClr val="tx2">
                <a:alpha val="47000"/>
              </a:schemeClr>
            </a:solidFill>
          </a:ln>
        </p:spPr>
        <p:style>
          <a:lnRef idx="1">
            <a:schemeClr val="accent1"/>
          </a:lnRef>
          <a:fillRef idx="0">
            <a:schemeClr val="accent1"/>
          </a:fillRef>
          <a:effectRef idx="0">
            <a:schemeClr val="accent1"/>
          </a:effectRef>
          <a:fontRef idx="minor">
            <a:schemeClr val="tx1"/>
          </a:fontRef>
        </p:style>
      </p:cxn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270"/>
            <a:ext cx="1907799" cy="365125"/>
          </a:xfrm>
          <a:solidFill>
            <a:schemeClr val="bg2"/>
          </a:solidFill>
        </p:spPr>
        <p:txBody>
          <a:bodyPr rtlCol="0"/>
          <a:lstStyle>
            <a:lvl1pPr>
              <a:defRPr b="0" spc="0">
                <a:solidFill>
                  <a:schemeClr val="tx2"/>
                </a:solidFill>
              </a:defRPr>
            </a:lvl1pPr>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10134599" y="6029271"/>
            <a:ext cx="1098141" cy="365125"/>
          </a:xfrm>
          <a:solidFill>
            <a:schemeClr val="bg2"/>
          </a:solidFill>
        </p:spPr>
        <p:txBody>
          <a:bodyPr rtlCol="0"/>
          <a:lstStyle>
            <a:lvl1pPr>
              <a:defRPr>
                <a:solidFill>
                  <a:schemeClr val="tx2"/>
                </a:solidFill>
              </a:defRPr>
            </a:lvl1pPr>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2741" y="6029271"/>
            <a:ext cx="429372" cy="365125"/>
          </a:xfrm>
          <a:solidFill>
            <a:schemeClr val="bg2"/>
          </a:solidFill>
        </p:spPr>
        <p:txBody>
          <a:bodyPr rtlCol="0"/>
          <a:lstStyle>
            <a:lvl1pPr>
              <a:defRPr>
                <a:solidFill>
                  <a:schemeClr val="tx2"/>
                </a:solidFill>
              </a:defRPr>
            </a:lvl1pPr>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98023534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obj" preserve="1">
  <p:cSld name="Instrucción 4">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rgbClr val="FF8A4F"/>
              </a:solidFill>
            </a:endParaRPr>
          </a:p>
        </p:txBody>
      </p:sp>
      <p:sp>
        <p:nvSpPr>
          <p:cNvPr id="2" name="Título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rtlCol="0"/>
          <a:lstStyle/>
          <a:p>
            <a:pPr rtl="0"/>
            <a:r>
              <a:rPr lang="es"/>
              <a:t>Haga clic para modificar el estilo de título del patrón</a:t>
            </a:r>
            <a:endParaRPr lang="en-US"/>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441641"/>
            <a:ext cx="9796670" cy="4358960"/>
          </a:xfrm>
        </p:spPr>
        <p:txBody>
          <a:bodyPr rtlCol="0" anchor="t">
            <a:normAutofit/>
          </a:bodyPr>
          <a:lstStyle>
            <a:lvl1pPr marL="0" indent="0">
              <a:lnSpc>
                <a:spcPct val="80000"/>
              </a:lnSpc>
              <a:spcBef>
                <a:spcPts val="0"/>
              </a:spcBef>
              <a:buNone/>
              <a:defRPr sz="7200" cap="all" spc="-100" baseline="0">
                <a:solidFill>
                  <a:schemeClr val="accent3"/>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rtl="0"/>
            <a:r>
              <a:rPr lang="es"/>
              <a:t>Haga clic para editar la afirmación</a:t>
            </a:r>
          </a:p>
        </p:txBody>
      </p:sp>
      <p:cxnSp>
        <p:nvCxnSpPr>
          <p:cNvPr id="9" name="Conector recto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172200"/>
            <a:ext cx="10326757" cy="0"/>
          </a:xfrm>
          <a:prstGeom prst="line">
            <a:avLst/>
          </a:prstGeom>
          <a:ln w="12700">
            <a:solidFill>
              <a:schemeClr val="tx2">
                <a:alpha val="47000"/>
              </a:schemeClr>
            </a:solidFill>
          </a:ln>
        </p:spPr>
        <p:style>
          <a:lnRef idx="1">
            <a:schemeClr val="accent1"/>
          </a:lnRef>
          <a:fillRef idx="0">
            <a:schemeClr val="accent1"/>
          </a:fillRef>
          <a:effectRef idx="0">
            <a:schemeClr val="accent1"/>
          </a:effectRef>
          <a:fontRef idx="minor">
            <a:schemeClr val="tx1"/>
          </a:fontRef>
        </p:style>
      </p:cxn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270"/>
            <a:ext cx="1907799" cy="365125"/>
          </a:xfrm>
          <a:solidFill>
            <a:schemeClr val="bg2"/>
          </a:solidFill>
        </p:spPr>
        <p:txBody>
          <a:bodyPr rtlCol="0"/>
          <a:lstStyle>
            <a:lvl1pPr>
              <a:defRPr b="0" spc="0">
                <a:solidFill>
                  <a:schemeClr val="tx2"/>
                </a:solidFill>
              </a:defRPr>
            </a:lvl1pPr>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10134599" y="6029271"/>
            <a:ext cx="1098141" cy="365125"/>
          </a:xfrm>
          <a:solidFill>
            <a:schemeClr val="bg2"/>
          </a:solidFill>
        </p:spPr>
        <p:txBody>
          <a:bodyPr rtlCol="0"/>
          <a:lstStyle>
            <a:lvl1pPr>
              <a:defRPr>
                <a:solidFill>
                  <a:schemeClr val="tx2"/>
                </a:solidFill>
              </a:defRPr>
            </a:lvl1pPr>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2741" y="6029271"/>
            <a:ext cx="429372" cy="365125"/>
          </a:xfrm>
          <a:solidFill>
            <a:schemeClr val="bg2"/>
          </a:solidFill>
        </p:spPr>
        <p:txBody>
          <a:bodyPr rtlCol="0"/>
          <a:lstStyle>
            <a:lvl1pPr>
              <a:defRPr>
                <a:solidFill>
                  <a:schemeClr val="tx2"/>
                </a:solidFill>
              </a:defRPr>
            </a:lvl1pPr>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151293300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obj" preserve="1">
  <p:cSld name="Instrucción 5">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5">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rgbClr val="FF8A4F"/>
              </a:solidFill>
            </a:endParaRPr>
          </a:p>
        </p:txBody>
      </p:sp>
      <p:sp>
        <p:nvSpPr>
          <p:cNvPr id="2" name="Título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rtlCol="0"/>
          <a:lstStyle/>
          <a:p>
            <a:pPr rtl="0"/>
            <a:r>
              <a:rPr lang="es"/>
              <a:t>Haga clic para modificar el estilo de título del patrón</a:t>
            </a:r>
            <a:endParaRPr lang="en-US"/>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441641"/>
            <a:ext cx="9796670" cy="4358960"/>
          </a:xfrm>
        </p:spPr>
        <p:txBody>
          <a:bodyPr rtlCol="0" anchor="t">
            <a:normAutofit/>
          </a:bodyPr>
          <a:lstStyle>
            <a:lvl1pPr marL="0" indent="0">
              <a:lnSpc>
                <a:spcPct val="80000"/>
              </a:lnSpc>
              <a:spcBef>
                <a:spcPts val="0"/>
              </a:spcBef>
              <a:buNone/>
              <a:defRPr sz="7200" cap="all" spc="-100" baseline="0">
                <a:solidFill>
                  <a:schemeClr val="accent5"/>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rtl="0"/>
            <a:r>
              <a:rPr lang="es"/>
              <a:t>Haga clic para editar la afirmación</a:t>
            </a:r>
          </a:p>
        </p:txBody>
      </p:sp>
      <p:cxnSp>
        <p:nvCxnSpPr>
          <p:cNvPr id="9" name="Conector recto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172200"/>
            <a:ext cx="10326757" cy="0"/>
          </a:xfrm>
          <a:prstGeom prst="line">
            <a:avLst/>
          </a:prstGeom>
          <a:ln w="12700">
            <a:solidFill>
              <a:schemeClr val="tx2">
                <a:alpha val="47000"/>
              </a:schemeClr>
            </a:solidFill>
          </a:ln>
        </p:spPr>
        <p:style>
          <a:lnRef idx="1">
            <a:schemeClr val="accent1"/>
          </a:lnRef>
          <a:fillRef idx="0">
            <a:schemeClr val="accent1"/>
          </a:fillRef>
          <a:effectRef idx="0">
            <a:schemeClr val="accent1"/>
          </a:effectRef>
          <a:fontRef idx="minor">
            <a:schemeClr val="tx1"/>
          </a:fontRef>
        </p:style>
      </p:cxn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270"/>
            <a:ext cx="1907799" cy="365125"/>
          </a:xfrm>
          <a:solidFill>
            <a:schemeClr val="accent5">
              <a:lumMod val="40000"/>
              <a:lumOff val="60000"/>
            </a:schemeClr>
          </a:solidFill>
        </p:spPr>
        <p:txBody>
          <a:bodyPr rtlCol="0"/>
          <a:lstStyle>
            <a:lvl1pPr>
              <a:defRPr b="0" spc="0">
                <a:solidFill>
                  <a:schemeClr val="tx2"/>
                </a:solidFill>
              </a:defRPr>
            </a:lvl1pPr>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10134599" y="6029271"/>
            <a:ext cx="1098141" cy="365125"/>
          </a:xfrm>
          <a:solidFill>
            <a:schemeClr val="accent5">
              <a:lumMod val="40000"/>
              <a:lumOff val="60000"/>
            </a:schemeClr>
          </a:solidFill>
        </p:spPr>
        <p:txBody>
          <a:bodyPr rtlCol="0"/>
          <a:lstStyle>
            <a:lvl1pPr>
              <a:defRPr>
                <a:solidFill>
                  <a:schemeClr val="tx2"/>
                </a:solidFill>
              </a:defRPr>
            </a:lvl1pPr>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2741" y="6029271"/>
            <a:ext cx="429372" cy="365125"/>
          </a:xfrm>
          <a:solidFill>
            <a:schemeClr val="accent5">
              <a:lumMod val="40000"/>
              <a:lumOff val="60000"/>
            </a:schemeClr>
          </a:solidFill>
        </p:spPr>
        <p:txBody>
          <a:bodyPr rtlCol="0"/>
          <a:lstStyle>
            <a:lvl1pPr>
              <a:defRPr>
                <a:solidFill>
                  <a:schemeClr val="tx2"/>
                </a:solidFill>
              </a:defRPr>
            </a:lvl1pPr>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107320160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Cita">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0" y="0"/>
            <a:ext cx="12191999" cy="6858001"/>
          </a:xfrm>
          <a:prstGeom prst="rect">
            <a:avLst/>
          </a:prstGeom>
          <a:solidFill>
            <a:schemeClr val="accent3">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rgbClr val="FF8A4F"/>
              </a:solidFill>
            </a:endParaRPr>
          </a:p>
        </p:txBody>
      </p:sp>
      <p:sp>
        <p:nvSpPr>
          <p:cNvPr id="8" name="Rectángulo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1" y="2"/>
            <a:ext cx="8763000" cy="5038338"/>
          </a:xfrm>
          <a:prstGeom prst="rect">
            <a:avLst/>
          </a:prstGeom>
          <a:solidFill>
            <a:schemeClr val="accent3">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cxnSp>
        <p:nvCxnSpPr>
          <p:cNvPr id="20" name="Conector recto 19">
            <a:extLst>
              <a:ext uri="{FF2B5EF4-FFF2-40B4-BE49-F238E27FC236}">
                <a16:creationId xmlns:a16="http://schemas.microsoft.com/office/drawing/2014/main" id="{ABB386FE-4A21-B72A-BB2B-D4FDFDC3ECA5}"/>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accent5">
                <a:alpha val="45000"/>
              </a:schemeClr>
            </a:solidFill>
          </a:ln>
        </p:spPr>
        <p:style>
          <a:lnRef idx="1">
            <a:schemeClr val="accent1"/>
          </a:lnRef>
          <a:fillRef idx="0">
            <a:schemeClr val="accent1"/>
          </a:fillRef>
          <a:effectRef idx="0">
            <a:schemeClr val="accent1"/>
          </a:effectRef>
          <a:fontRef idx="minor">
            <a:schemeClr val="tx1"/>
          </a:fontRef>
        </p:style>
      </p:cxnSp>
      <p:sp>
        <p:nvSpPr>
          <p:cNvPr id="7" name="Título 6">
            <a:extLst>
              <a:ext uri="{FF2B5EF4-FFF2-40B4-BE49-F238E27FC236}">
                <a16:creationId xmlns:a16="http://schemas.microsoft.com/office/drawing/2014/main" id="{D4813FB1-9165-4DD7-C4C2-EAFC20602DB8}"/>
              </a:ext>
            </a:extLst>
          </p:cNvPr>
          <p:cNvSpPr>
            <a:spLocks noGrp="1"/>
          </p:cNvSpPr>
          <p:nvPr>
            <p:ph type="title" hasCustomPrompt="1"/>
          </p:nvPr>
        </p:nvSpPr>
        <p:spPr>
          <a:xfrm>
            <a:off x="4114800" y="5410203"/>
            <a:ext cx="7543800" cy="372746"/>
          </a:xfrm>
          <a:noFill/>
        </p:spPr>
        <p:txBody>
          <a:bodyPr tIns="91440" bIns="91440" rtlCol="0" anchor="ctr">
            <a:normAutofit/>
          </a:bodyPr>
          <a:lstStyle>
            <a:lvl1pPr algn="r">
              <a:defRPr sz="2000">
                <a:solidFill>
                  <a:schemeClr val="accent1"/>
                </a:solidFill>
              </a:defRPr>
            </a:lvl1pPr>
          </a:lstStyle>
          <a:p>
            <a:pPr rtl="0"/>
            <a:r>
              <a:rPr lang="es"/>
              <a:t>Autor de la cita</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845296" cy="3656168"/>
          </a:xfrm>
        </p:spPr>
        <p:txBody>
          <a:bodyPr rtlCol="0">
            <a:normAutofit/>
          </a:bodyPr>
          <a:lstStyle>
            <a:lvl1pPr marL="228600" indent="-228600">
              <a:lnSpc>
                <a:spcPct val="85000"/>
              </a:lnSpc>
              <a:spcBef>
                <a:spcPts val="0"/>
              </a:spcBef>
              <a:buNone/>
              <a:defRPr sz="5800" b="0" cap="all" spc="0" baseline="0">
                <a:solidFill>
                  <a:schemeClr val="accent5"/>
                </a:solidFill>
                <a:latin typeface="+mj-lt"/>
              </a:defRPr>
            </a:lvl1pPr>
          </a:lstStyle>
          <a:p>
            <a:pPr lvl="0" rtl="0"/>
            <a:r>
              <a:rPr lang="es"/>
              <a:t>Haga clic para editar la cita</a:t>
            </a:r>
          </a:p>
        </p:txBody>
      </p:sp>
      <p:sp>
        <p:nvSpPr>
          <p:cNvPr id="10" name="Marcador de pie de página 9">
            <a:extLst>
              <a:ext uri="{FF2B5EF4-FFF2-40B4-BE49-F238E27FC236}">
                <a16:creationId xmlns:a16="http://schemas.microsoft.com/office/drawing/2014/main" id="{94F49A81-8721-B846-5567-52769C04D66C}"/>
              </a:ext>
            </a:extLst>
          </p:cNvPr>
          <p:cNvSpPr>
            <a:spLocks noGrp="1"/>
          </p:cNvSpPr>
          <p:nvPr>
            <p:ph type="ftr" sz="quarter" idx="11"/>
          </p:nvPr>
        </p:nvSpPr>
        <p:spPr>
          <a:xfrm>
            <a:off x="605430" y="6029868"/>
            <a:ext cx="1911096" cy="365125"/>
          </a:xfrm>
          <a:solidFill>
            <a:schemeClr val="accent3">
              <a:lumMod val="60000"/>
              <a:lumOff val="40000"/>
            </a:schemeClr>
          </a:solidFill>
        </p:spPr>
        <p:txBody>
          <a:bodyPr rtlCol="0"/>
          <a:lstStyle>
            <a:lvl1pPr>
              <a:defRPr b="0">
                <a:solidFill>
                  <a:schemeClr val="accent5"/>
                </a:solidFill>
                <a:latin typeface="+mn-lt"/>
              </a:defRPr>
            </a:lvl1pPr>
          </a:lstStyle>
          <a:p>
            <a:pPr rtl="0"/>
            <a:r>
              <a:rPr lang="es"/>
              <a:t>Muestra de texto de pie de página</a:t>
            </a:r>
          </a:p>
        </p:txBody>
      </p:sp>
      <p:sp>
        <p:nvSpPr>
          <p:cNvPr id="9" name="Marcador de fecha 8">
            <a:extLst>
              <a:ext uri="{FF2B5EF4-FFF2-40B4-BE49-F238E27FC236}">
                <a16:creationId xmlns:a16="http://schemas.microsoft.com/office/drawing/2014/main" id="{FB3E54B7-FFB1-7BFC-0189-A17360728C52}"/>
              </a:ext>
            </a:extLst>
          </p:cNvPr>
          <p:cNvSpPr>
            <a:spLocks noGrp="1"/>
          </p:cNvSpPr>
          <p:nvPr>
            <p:ph type="dt" sz="half" idx="10"/>
          </p:nvPr>
        </p:nvSpPr>
        <p:spPr>
          <a:xfrm>
            <a:off x="9802368" y="6029868"/>
            <a:ext cx="1435608" cy="365125"/>
          </a:xfrm>
          <a:solidFill>
            <a:schemeClr val="accent3">
              <a:lumMod val="60000"/>
              <a:lumOff val="40000"/>
            </a:schemeClr>
          </a:solidFill>
        </p:spPr>
        <p:txBody>
          <a:bodyPr rtlCol="0"/>
          <a:lstStyle>
            <a:lvl1pPr>
              <a:defRPr b="0">
                <a:solidFill>
                  <a:schemeClr val="accent5"/>
                </a:solidFill>
                <a:latin typeface="+mn-lt"/>
              </a:defRPr>
            </a:lvl1pPr>
          </a:lstStyle>
          <a:p>
            <a:pPr rtl="0"/>
            <a:r>
              <a:rPr lang="en-US"/>
              <a:t>11/8/2025</a:t>
            </a:r>
          </a:p>
        </p:txBody>
      </p:sp>
      <p:sp>
        <p:nvSpPr>
          <p:cNvPr id="11" name="Marcador de número de diapositiva 10">
            <a:extLst>
              <a:ext uri="{FF2B5EF4-FFF2-40B4-BE49-F238E27FC236}">
                <a16:creationId xmlns:a16="http://schemas.microsoft.com/office/drawing/2014/main" id="{D1DF2706-0EDF-0D3B-C01B-613E7D1BB6CC}"/>
              </a:ext>
            </a:extLst>
          </p:cNvPr>
          <p:cNvSpPr>
            <a:spLocks noGrp="1"/>
          </p:cNvSpPr>
          <p:nvPr>
            <p:ph type="sldNum" sz="quarter" idx="12"/>
          </p:nvPr>
        </p:nvSpPr>
        <p:spPr>
          <a:solidFill>
            <a:schemeClr val="accent3">
              <a:lumMod val="60000"/>
              <a:lumOff val="40000"/>
            </a:schemeClr>
          </a:solidFill>
        </p:spPr>
        <p:txBody>
          <a:bodyPr rtlCol="0"/>
          <a:lstStyle>
            <a:lvl1pPr>
              <a:defRPr b="0">
                <a:solidFill>
                  <a:schemeClr val="accent5"/>
                </a:solidFill>
                <a:latin typeface="+mn-lt"/>
              </a:defRPr>
            </a:lvl1pPr>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48048281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Cita 2">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0"/>
            <a:ext cx="12192000" cy="685800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rgbClr val="FF8A4F"/>
              </a:solidFill>
            </a:endParaRPr>
          </a:p>
        </p:txBody>
      </p:sp>
      <p:cxnSp>
        <p:nvCxnSpPr>
          <p:cNvPr id="13" name="Conector recto 12">
            <a:extLst>
              <a:ext uri="{FF2B5EF4-FFF2-40B4-BE49-F238E27FC236}">
                <a16:creationId xmlns:a16="http://schemas.microsoft.com/office/drawing/2014/main" id="{B4DD8063-0B64-5552-D964-11CA84F7ABD9}"/>
              </a:ext>
              <a:ext uri="{C183D7F6-B498-43B3-948B-1728B52AA6E4}">
                <adec:decorative xmlns:adec="http://schemas.microsoft.com/office/drawing/2017/decorative" val="1"/>
              </a:ext>
            </a:extLst>
          </p:cNvPr>
          <p:cNvCxnSpPr>
            <a:cxnSpLocks/>
          </p:cNvCxnSpPr>
          <p:nvPr/>
        </p:nvCxnSpPr>
        <p:spPr>
          <a:xfrm>
            <a:off x="11082528" y="725556"/>
            <a:ext cx="0" cy="4135136"/>
          </a:xfrm>
          <a:prstGeom prst="line">
            <a:avLst/>
          </a:prstGeom>
          <a:ln w="12700">
            <a:solidFill>
              <a:schemeClr val="tx2">
                <a:alpha val="65000"/>
              </a:schemeClr>
            </a:solidFill>
          </a:ln>
        </p:spPr>
        <p:style>
          <a:lnRef idx="1">
            <a:schemeClr val="accent1"/>
          </a:lnRef>
          <a:fillRef idx="0">
            <a:schemeClr val="accent1"/>
          </a:fillRef>
          <a:effectRef idx="0">
            <a:schemeClr val="accent1"/>
          </a:effectRef>
          <a:fontRef idx="minor">
            <a:schemeClr val="tx1"/>
          </a:fontRef>
        </p:style>
      </p:cxnSp>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4443564" y="5167222"/>
            <a:ext cx="6789870" cy="679510"/>
          </a:xfrm>
          <a:solidFill>
            <a:schemeClr val="bg2"/>
          </a:solidFill>
        </p:spPr>
        <p:txBody>
          <a:bodyPr tIns="91440" bIns="91440" rtlCol="0" anchor="ctr">
            <a:normAutofit/>
          </a:bodyPr>
          <a:lstStyle>
            <a:lvl1pPr algn="r">
              <a:defRPr sz="2000" b="1" cap="none" baseline="0">
                <a:solidFill>
                  <a:schemeClr val="accent5"/>
                </a:solidFill>
                <a:latin typeface="+mn-lt"/>
              </a:defRPr>
            </a:lvl1pPr>
          </a:lstStyle>
          <a:p>
            <a:pPr rtl="0"/>
            <a:r>
              <a:rPr lang="es"/>
              <a:t>Autor de la cita</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653281" cy="4075044"/>
          </a:xfrm>
        </p:spPr>
        <p:txBody>
          <a:bodyPr rtlCol="0">
            <a:normAutofit/>
          </a:bodyPr>
          <a:lstStyle>
            <a:lvl1pPr marL="228600" indent="-228600">
              <a:lnSpc>
                <a:spcPct val="85000"/>
              </a:lnSpc>
              <a:spcBef>
                <a:spcPts val="0"/>
              </a:spcBef>
              <a:buNone/>
              <a:defRPr sz="5400" b="0" cap="all" spc="0" baseline="0">
                <a:solidFill>
                  <a:schemeClr val="accent2"/>
                </a:solidFill>
                <a:latin typeface="+mj-lt"/>
              </a:defRPr>
            </a:lvl1pPr>
          </a:lstStyle>
          <a:p>
            <a:pPr lvl="0" rtl="0"/>
            <a:r>
              <a:rPr lang="es"/>
              <a:t>Haga clic para editar la cita</a:t>
            </a:r>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603503" y="6029868"/>
            <a:ext cx="1911096" cy="367060"/>
          </a:xfrm>
          <a:noFill/>
        </p:spPr>
        <p:txBody>
          <a:bodyPr rtlCol="0" anchor="ctr"/>
          <a:lstStyle>
            <a:lvl1pPr algn="l">
              <a:defRPr b="0" spc="0">
                <a:solidFill>
                  <a:schemeClr val="accent5"/>
                </a:solidFill>
                <a:latin typeface="+mn-lt"/>
              </a:defRPr>
            </a:lvl1pPr>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9801193" y="6029868"/>
            <a:ext cx="1439323" cy="365125"/>
          </a:xfrm>
          <a:noFill/>
        </p:spPr>
        <p:txBody>
          <a:bodyPr rtlCol="0"/>
          <a:lstStyle>
            <a:lvl1pPr algn="r">
              <a:defRPr b="0">
                <a:solidFill>
                  <a:schemeClr val="accent5"/>
                </a:solidFill>
                <a:latin typeface="+mn-lt"/>
              </a:defRPr>
            </a:lvl1pPr>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3434" y="6029868"/>
            <a:ext cx="429372" cy="365125"/>
          </a:xfrm>
          <a:noFill/>
        </p:spPr>
        <p:txBody>
          <a:bodyPr rtlCol="0"/>
          <a:lstStyle>
            <a:lvl1pPr>
              <a:defRPr b="0">
                <a:solidFill>
                  <a:schemeClr val="accent5"/>
                </a:solidFill>
                <a:latin typeface="+mn-lt"/>
              </a:defRPr>
            </a:lvl1pPr>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350240573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Cita 3">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0"/>
            <a:ext cx="12192000" cy="685800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rgbClr val="FF8A4F"/>
              </a:solidFill>
            </a:endParaRPr>
          </a:p>
        </p:txBody>
      </p:sp>
      <p:sp>
        <p:nvSpPr>
          <p:cNvPr id="8" name="Rectángulo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3439120" y="1202645"/>
            <a:ext cx="5301113" cy="4452709"/>
          </a:xfrm>
          <a:prstGeom prst="rect">
            <a:avLst/>
          </a:prstGeom>
          <a:solidFill>
            <a:schemeClr val="bg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cxnSp>
        <p:nvCxnSpPr>
          <p:cNvPr id="9" name="Conector recto 8">
            <a:extLst>
              <a:ext uri="{FF2B5EF4-FFF2-40B4-BE49-F238E27FC236}">
                <a16:creationId xmlns:a16="http://schemas.microsoft.com/office/drawing/2014/main" id="{5EDCDC8B-43A9-5AA8-8ACB-3F984DC1BEBF}"/>
              </a:ext>
              <a:ext uri="{C183D7F6-B498-43B3-948B-1728B52AA6E4}">
                <adec:decorative xmlns:adec="http://schemas.microsoft.com/office/drawing/2017/decorative" val="1"/>
              </a:ext>
            </a:extLst>
          </p:cNvPr>
          <p:cNvCxnSpPr>
            <a:cxnSpLocks/>
          </p:cNvCxnSpPr>
          <p:nvPr/>
        </p:nvCxnSpPr>
        <p:spPr>
          <a:xfrm flipV="1">
            <a:off x="6096000" y="5402510"/>
            <a:ext cx="0" cy="145549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E8FE70F6-FCE2-0FC4-2CD2-165DDD7471FB}"/>
              </a:ext>
              <a:ext uri="{C183D7F6-B498-43B3-948B-1728B52AA6E4}">
                <adec:decorative xmlns:adec="http://schemas.microsoft.com/office/drawing/2017/decorative" val="1"/>
              </a:ext>
            </a:extLst>
          </p:cNvPr>
          <p:cNvCxnSpPr>
            <a:cxnSpLocks/>
          </p:cNvCxnSpPr>
          <p:nvPr/>
        </p:nvCxnSpPr>
        <p:spPr>
          <a:xfrm flipV="1">
            <a:off x="6096000" y="0"/>
            <a:ext cx="0" cy="145549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3963474" y="4659653"/>
            <a:ext cx="4252404" cy="520187"/>
          </a:xfrm>
          <a:noFill/>
        </p:spPr>
        <p:txBody>
          <a:bodyPr rtlCol="0" anchor="ctr">
            <a:normAutofit/>
          </a:bodyPr>
          <a:lstStyle>
            <a:lvl1pPr algn="ctr">
              <a:defRPr sz="1600">
                <a:solidFill>
                  <a:schemeClr val="accent2"/>
                </a:solidFill>
              </a:defRPr>
            </a:lvl1pPr>
          </a:lstStyle>
          <a:p>
            <a:pPr rtl="0"/>
            <a:r>
              <a:rPr lang="es"/>
              <a:t>Autor de la cita</a:t>
            </a:r>
          </a:p>
        </p:txBody>
      </p:sp>
      <p:sp>
        <p:nvSpPr>
          <p:cNvPr id="14" name="Marcador de pie de página 13">
            <a:extLst>
              <a:ext uri="{FF2B5EF4-FFF2-40B4-BE49-F238E27FC236}">
                <a16:creationId xmlns:a16="http://schemas.microsoft.com/office/drawing/2014/main" id="{B22420FA-FDBE-1BD5-73B2-9577BE200CF2}"/>
              </a:ext>
            </a:extLst>
          </p:cNvPr>
          <p:cNvSpPr>
            <a:spLocks noGrp="1"/>
          </p:cNvSpPr>
          <p:nvPr>
            <p:ph type="ftr" sz="quarter" idx="11"/>
          </p:nvPr>
        </p:nvSpPr>
        <p:spPr>
          <a:noFill/>
        </p:spPr>
        <p:txBody>
          <a:bodyPr rtlCol="0"/>
          <a:lstStyle>
            <a:lvl1pPr>
              <a:defRPr b="0">
                <a:solidFill>
                  <a:schemeClr val="accent5"/>
                </a:solidFill>
              </a:defRPr>
            </a:lvl1pPr>
          </a:lstStyle>
          <a:p>
            <a:pPr rtl="0"/>
            <a:r>
              <a:rPr lang="es"/>
              <a:t>Muestra de texto de pie de página</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hasCustomPrompt="1"/>
          </p:nvPr>
        </p:nvSpPr>
        <p:spPr>
          <a:xfrm>
            <a:off x="2312230" y="1793287"/>
            <a:ext cx="7554892" cy="2494627"/>
          </a:xfrm>
        </p:spPr>
        <p:txBody>
          <a:bodyPr rtlCol="0" anchor="ctr">
            <a:normAutofit/>
          </a:bodyPr>
          <a:lstStyle>
            <a:lvl1pPr marL="0" indent="0" algn="ctr">
              <a:lnSpc>
                <a:spcPct val="85000"/>
              </a:lnSpc>
              <a:buNone/>
              <a:defRPr sz="4800" b="0" cap="none" spc="0" baseline="0">
                <a:solidFill>
                  <a:schemeClr val="accent5"/>
                </a:solidFill>
                <a:latin typeface="+mn-lt"/>
              </a:defRPr>
            </a:lvl1pPr>
          </a:lstStyle>
          <a:p>
            <a:pPr lvl="0" rtl="0"/>
            <a:r>
              <a:rPr lang="es"/>
              <a:t>Haga clic para editar la cita</a:t>
            </a:r>
          </a:p>
        </p:txBody>
      </p:sp>
      <p:sp>
        <p:nvSpPr>
          <p:cNvPr id="13" name="Marcador de fecha 12">
            <a:extLst>
              <a:ext uri="{FF2B5EF4-FFF2-40B4-BE49-F238E27FC236}">
                <a16:creationId xmlns:a16="http://schemas.microsoft.com/office/drawing/2014/main" id="{44359CE5-9894-7A66-486B-F830CCE17772}"/>
              </a:ext>
            </a:extLst>
          </p:cNvPr>
          <p:cNvSpPr>
            <a:spLocks noGrp="1"/>
          </p:cNvSpPr>
          <p:nvPr>
            <p:ph type="dt" sz="half" idx="10"/>
          </p:nvPr>
        </p:nvSpPr>
        <p:spPr>
          <a:noFill/>
        </p:spPr>
        <p:txBody>
          <a:bodyPr rtlCol="0"/>
          <a:lstStyle>
            <a:lvl1pPr>
              <a:defRPr>
                <a:solidFill>
                  <a:schemeClr val="accent5"/>
                </a:solidFill>
              </a:defRPr>
            </a:lvl1pPr>
          </a:lstStyle>
          <a:p>
            <a:pPr rtl="0"/>
            <a:r>
              <a:rPr lang="en-US"/>
              <a:t>11/8/2025</a:t>
            </a:r>
          </a:p>
        </p:txBody>
      </p:sp>
      <p:sp>
        <p:nvSpPr>
          <p:cNvPr id="15" name="Marcador de número de diapositiva 14">
            <a:extLst>
              <a:ext uri="{FF2B5EF4-FFF2-40B4-BE49-F238E27FC236}">
                <a16:creationId xmlns:a16="http://schemas.microsoft.com/office/drawing/2014/main" id="{4A2B012E-FACE-13C2-4909-F2AE04FD18CB}"/>
              </a:ext>
            </a:extLst>
          </p:cNvPr>
          <p:cNvSpPr>
            <a:spLocks noGrp="1"/>
          </p:cNvSpPr>
          <p:nvPr>
            <p:ph type="sldNum" sz="quarter" idx="12"/>
          </p:nvPr>
        </p:nvSpPr>
        <p:spPr>
          <a:noFill/>
        </p:spPr>
        <p:txBody>
          <a:bodyPr rtlCol="0"/>
          <a:lstStyle>
            <a:lvl1pPr>
              <a:defRPr>
                <a:solidFill>
                  <a:schemeClr val="accent5"/>
                </a:solidFill>
              </a:defRPr>
            </a:lvl1pPr>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216789152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p:cSld name="Cita 4">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rgbClr val="FF8A4F"/>
              </a:solidFill>
            </a:endParaRPr>
          </a:p>
        </p:txBody>
      </p:sp>
      <p:pic>
        <p:nvPicPr>
          <p:cNvPr id="8" name="Imagen 7">
            <a:extLst>
              <a:ext uri="{FF2B5EF4-FFF2-40B4-BE49-F238E27FC236}">
                <a16:creationId xmlns:a16="http://schemas.microsoft.com/office/drawing/2014/main" id="{E2FBFD51-0E30-9113-3F4A-D0B88575143F}"/>
              </a:ext>
              <a:ext uri="{C183D7F6-B498-43B3-948B-1728B52AA6E4}">
                <adec:decorative xmlns:adec="http://schemas.microsoft.com/office/drawing/2017/decorative" val="1"/>
              </a:ext>
            </a:extLst>
          </p:cNvPr>
          <p:cNvPicPr>
            <a:picLocks noChangeAspect="1"/>
          </p:cNvPicPr>
          <p:nvPr/>
        </p:nvPicPr>
        <p:blipFill>
          <a:blip r:embed="rId2" cstate="email">
            <a:alphaModFix amt="28000"/>
            <a:duotone>
              <a:prstClr val="black"/>
              <a:schemeClr val="accent3">
                <a:tint val="45000"/>
                <a:satMod val="400000"/>
              </a:schemeClr>
            </a:duotone>
            <a:extLst>
              <a:ext uri="{28A0092B-C50C-407E-A947-70E740481C1C}">
                <a14:useLocalDpi xmlns:a14="http://schemas.microsoft.com/office/drawing/2010/main"/>
              </a:ext>
            </a:extLst>
          </a:blip>
          <a:srcRect/>
          <a:stretch>
            <a:fillRect/>
          </a:stretch>
        </p:blipFill>
        <p:spPr>
          <a:xfrm flipH="1">
            <a:off x="0" y="0"/>
            <a:ext cx="12192000" cy="6858000"/>
          </a:xfrm>
          <a:prstGeom prst="rect">
            <a:avLst/>
          </a:prstGeom>
        </p:spPr>
      </p:pic>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606447" y="5204117"/>
            <a:ext cx="11019882" cy="715858"/>
          </a:xfrm>
          <a:noFill/>
        </p:spPr>
        <p:txBody>
          <a:bodyPr tIns="91440" bIns="91440" rtlCol="0" anchor="ctr">
            <a:normAutofit/>
          </a:bodyPr>
          <a:lstStyle>
            <a:lvl1pPr algn="r">
              <a:defRPr sz="1800">
                <a:solidFill>
                  <a:schemeClr val="accent2"/>
                </a:solidFill>
              </a:defRPr>
            </a:lvl1pPr>
          </a:lstStyle>
          <a:p>
            <a:pPr rtl="0"/>
            <a:r>
              <a:rPr lang="es"/>
              <a:t>Autor de la cita</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539646"/>
            <a:ext cx="8406832" cy="3709557"/>
          </a:xfrm>
        </p:spPr>
        <p:txBody>
          <a:bodyPr rtlCol="0">
            <a:normAutofit/>
          </a:bodyPr>
          <a:lstStyle>
            <a:lvl1pPr marL="228600" indent="-228600">
              <a:lnSpc>
                <a:spcPct val="100000"/>
              </a:lnSpc>
              <a:spcBef>
                <a:spcPts val="0"/>
              </a:spcBef>
              <a:buNone/>
              <a:defRPr sz="5400" b="0" cap="none" spc="0" baseline="0">
                <a:solidFill>
                  <a:schemeClr val="bg2"/>
                </a:solidFill>
              </a:defRPr>
            </a:lvl1pPr>
          </a:lstStyle>
          <a:p>
            <a:pPr lvl="0" rtl="0"/>
            <a:r>
              <a:rPr lang="es"/>
              <a:t>Haga clic para editar la cita</a:t>
            </a:r>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605433" y="6028848"/>
            <a:ext cx="1828970" cy="366144"/>
          </a:xfrm>
          <a:noFill/>
        </p:spPr>
        <p:txBody>
          <a:bodyPr rtlCol="0"/>
          <a:lstStyle>
            <a:lvl1pPr algn="l">
              <a:defRPr b="0" spc="0">
                <a:solidFill>
                  <a:schemeClr val="bg2"/>
                </a:solidFill>
              </a:defRPr>
            </a:lvl1pPr>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rtlCol="0"/>
          <a:lstStyle>
            <a:lvl1pPr>
              <a:defRPr>
                <a:solidFill>
                  <a:schemeClr val="bg2"/>
                </a:solidFill>
              </a:defRPr>
            </a:lvl1pPr>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rtlCol="0"/>
          <a:lstStyle>
            <a:lvl1pPr>
              <a:defRPr>
                <a:solidFill>
                  <a:schemeClr val="bg2"/>
                </a:solidFill>
              </a:defRPr>
            </a:lvl1pPr>
          </a:lstStyle>
          <a:p>
            <a:pPr rtl="0"/>
            <a:fld id="{27F8DDA4-3B80-4E8A-A8F5-521F73BF9127}" type="slidenum">
              <a:rPr lang="en-US" smtClean="0"/>
              <a:t>‹Nº›</a:t>
            </a:fld>
            <a:endParaRPr lang="en-US"/>
          </a:p>
        </p:txBody>
      </p:sp>
      <p:cxnSp>
        <p:nvCxnSpPr>
          <p:cNvPr id="7" name="Conector recto 6">
            <a:extLst>
              <a:ext uri="{FF2B5EF4-FFF2-40B4-BE49-F238E27FC236}">
                <a16:creationId xmlns:a16="http://schemas.microsoft.com/office/drawing/2014/main" id="{390E99C4-92E7-3B92-2013-C034357E2D72}"/>
              </a:ext>
              <a:ext uri="{C183D7F6-B498-43B3-948B-1728B52AA6E4}">
                <adec:decorative xmlns:adec="http://schemas.microsoft.com/office/drawing/2017/decorative" val="1"/>
              </a:ext>
            </a:extLst>
          </p:cNvPr>
          <p:cNvCxnSpPr>
            <a:cxnSpLocks/>
          </p:cNvCxnSpPr>
          <p:nvPr/>
        </p:nvCxnSpPr>
        <p:spPr>
          <a:xfrm>
            <a:off x="685800" y="4804478"/>
            <a:ext cx="10820400"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264625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Cita 5">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1"/>
            <a:ext cx="12192000" cy="685800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rgbClr val="FF8A4F"/>
              </a:solidFill>
            </a:endParaRPr>
          </a:p>
        </p:txBody>
      </p:sp>
      <p:sp>
        <p:nvSpPr>
          <p:cNvPr id="11" name="Rectángulo 10">
            <a:extLst>
              <a:ext uri="{FF2B5EF4-FFF2-40B4-BE49-F238E27FC236}">
                <a16:creationId xmlns:a16="http://schemas.microsoft.com/office/drawing/2014/main" id="{C278D15F-775B-01A1-AD5A-860DC9A2EA8C}"/>
              </a:ext>
              <a:ext uri="{C183D7F6-B498-43B3-948B-1728B52AA6E4}">
                <adec:decorative xmlns:adec="http://schemas.microsoft.com/office/drawing/2017/decorative" val="1"/>
              </a:ext>
            </a:extLst>
          </p:cNvPr>
          <p:cNvSpPr/>
          <p:nvPr/>
        </p:nvSpPr>
        <p:spPr>
          <a:xfrm>
            <a:off x="0" y="1"/>
            <a:ext cx="9448801" cy="4800599"/>
          </a:xfrm>
          <a:prstGeom prst="rect">
            <a:avLst/>
          </a:prstGeom>
          <a:solidFill>
            <a:schemeClr val="bg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cxnSp>
        <p:nvCxnSpPr>
          <p:cNvPr id="10" name="Conector recto 9">
            <a:extLst>
              <a:ext uri="{FF2B5EF4-FFF2-40B4-BE49-F238E27FC236}">
                <a16:creationId xmlns:a16="http://schemas.microsoft.com/office/drawing/2014/main" id="{E8FE70F6-FCE2-0FC4-2CD2-165DDD7471FB}"/>
              </a:ext>
              <a:ext uri="{C183D7F6-B498-43B3-948B-1728B52AA6E4}">
                <adec:decorative xmlns:adec="http://schemas.microsoft.com/office/drawing/2017/decorative" val="1"/>
              </a:ext>
            </a:extLst>
          </p:cNvPr>
          <p:cNvCxnSpPr>
            <a:cxnSpLocks/>
          </p:cNvCxnSpPr>
          <p:nvPr/>
        </p:nvCxnSpPr>
        <p:spPr>
          <a:xfrm flipV="1">
            <a:off x="11081989" y="698720"/>
            <a:ext cx="0" cy="4101880"/>
          </a:xfrm>
          <a:prstGeom prst="line">
            <a:avLst/>
          </a:prstGeom>
          <a:ln w="12700">
            <a:solidFill>
              <a:schemeClr val="tx2">
                <a:alpha val="65000"/>
              </a:schemeClr>
            </a:solidFill>
          </a:ln>
        </p:spPr>
        <p:style>
          <a:lnRef idx="1">
            <a:schemeClr val="accent1"/>
          </a:lnRef>
          <a:fillRef idx="0">
            <a:schemeClr val="accent1"/>
          </a:fillRef>
          <a:effectRef idx="0">
            <a:schemeClr val="accent1"/>
          </a:effectRef>
          <a:fontRef idx="minor">
            <a:schemeClr val="tx1"/>
          </a:fontRef>
        </p:style>
      </p:cxnSp>
      <p:sp>
        <p:nvSpPr>
          <p:cNvPr id="2" name="Título 1">
            <a:extLst>
              <a:ext uri="{FF2B5EF4-FFF2-40B4-BE49-F238E27FC236}">
                <a16:creationId xmlns:a16="http://schemas.microsoft.com/office/drawing/2014/main" id="{421917DD-3691-27F7-68C8-EACE32AEAF6A}"/>
              </a:ext>
            </a:extLst>
          </p:cNvPr>
          <p:cNvSpPr>
            <a:spLocks noGrp="1"/>
          </p:cNvSpPr>
          <p:nvPr>
            <p:ph type="title" hasCustomPrompt="1"/>
          </p:nvPr>
        </p:nvSpPr>
        <p:spPr>
          <a:xfrm>
            <a:off x="984864" y="5257800"/>
            <a:ext cx="10255196" cy="748275"/>
          </a:xfrm>
          <a:noFill/>
        </p:spPr>
        <p:txBody>
          <a:bodyPr rtlCol="0" anchor="ctr">
            <a:normAutofit/>
          </a:bodyPr>
          <a:lstStyle>
            <a:lvl1pPr algn="r">
              <a:defRPr sz="1800">
                <a:solidFill>
                  <a:schemeClr val="accent2"/>
                </a:solidFill>
              </a:defRPr>
            </a:lvl1pPr>
          </a:lstStyle>
          <a:p>
            <a:pPr rtl="0"/>
            <a:r>
              <a:rPr lang="es"/>
              <a:t>Autor de la cita</a:t>
            </a:r>
          </a:p>
        </p:txBody>
      </p:sp>
      <p:sp>
        <p:nvSpPr>
          <p:cNvPr id="8" name="Marcador de contenido 7">
            <a:extLst>
              <a:ext uri="{FF2B5EF4-FFF2-40B4-BE49-F238E27FC236}">
                <a16:creationId xmlns:a16="http://schemas.microsoft.com/office/drawing/2014/main" id="{64AEC05F-4937-10A8-1A19-6FA315BE7ADF}"/>
              </a:ext>
            </a:extLst>
          </p:cNvPr>
          <p:cNvSpPr>
            <a:spLocks noGrp="1"/>
          </p:cNvSpPr>
          <p:nvPr>
            <p:ph sz="quarter" idx="13" hasCustomPrompt="1"/>
          </p:nvPr>
        </p:nvSpPr>
        <p:spPr>
          <a:xfrm>
            <a:off x="887413" y="1033272"/>
            <a:ext cx="9247187" cy="3257550"/>
          </a:xfrm>
        </p:spPr>
        <p:txBody>
          <a:bodyPr rtlCol="0">
            <a:normAutofit/>
          </a:bodyPr>
          <a:lstStyle>
            <a:lvl1pPr marL="228600" indent="-228600">
              <a:lnSpc>
                <a:spcPct val="85000"/>
              </a:lnSpc>
              <a:buNone/>
              <a:defRPr sz="5400">
                <a:solidFill>
                  <a:schemeClr val="accent5"/>
                </a:solidFill>
              </a:defRPr>
            </a:lvl1pPr>
          </a:lstStyle>
          <a:p>
            <a:pPr lvl="0" rtl="0"/>
            <a:r>
              <a:rPr lang="es"/>
              <a:t>Haga clic para editar la cita</a:t>
            </a:r>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rtlCol="0"/>
          <a:lstStyle>
            <a:lvl1pPr algn="l">
              <a:defRPr b="0" spc="0">
                <a:solidFill>
                  <a:schemeClr val="accent5"/>
                </a:solidFill>
              </a:defRPr>
            </a:lvl1pPr>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82686" cy="365125"/>
          </a:xfrm>
          <a:noFill/>
        </p:spPr>
        <p:txBody>
          <a:bodyPr rtlCol="0"/>
          <a:lstStyle>
            <a:lvl1pPr algn="r">
              <a:defRPr>
                <a:solidFill>
                  <a:schemeClr val="accent5"/>
                </a:solidFill>
              </a:defRPr>
            </a:lvl1pPr>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rtlCol="0"/>
          <a:lstStyle>
            <a:lvl1pPr>
              <a:defRPr>
                <a:solidFill>
                  <a:schemeClr val="accent5"/>
                </a:solidFill>
              </a:defRPr>
            </a:lvl1pPr>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273075826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Dos conteni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F50773-1259-8F51-3561-DF3A80B264DE}"/>
              </a:ext>
            </a:extLst>
          </p:cNvPr>
          <p:cNvSpPr>
            <a:spLocks noGrp="1"/>
          </p:cNvSpPr>
          <p:nvPr>
            <p:ph type="title"/>
          </p:nvPr>
        </p:nvSpPr>
        <p:spPr>
          <a:xfrm>
            <a:off x="603504" y="521185"/>
            <a:ext cx="10902696" cy="1070849"/>
          </a:xfrm>
          <a:noFill/>
        </p:spPr>
        <p:txBody>
          <a:bodyPr rtlCol="0"/>
          <a:lstStyle/>
          <a:p>
            <a:pPr rtl="0"/>
            <a:r>
              <a:rPr lang="es"/>
              <a:t>Haga clic para modificar el estilo de título del patrón</a:t>
            </a:r>
            <a:endParaRPr lang="en-US"/>
          </a:p>
        </p:txBody>
      </p:sp>
      <p:sp>
        <p:nvSpPr>
          <p:cNvPr id="3" name="Marcador de contenido 2">
            <a:extLst>
              <a:ext uri="{FF2B5EF4-FFF2-40B4-BE49-F238E27FC236}">
                <a16:creationId xmlns:a16="http://schemas.microsoft.com/office/drawing/2014/main" id="{F9C966CF-BE4B-28C8-6D17-E087E97C0E98}"/>
              </a:ext>
            </a:extLst>
          </p:cNvPr>
          <p:cNvSpPr>
            <a:spLocks noGrp="1"/>
          </p:cNvSpPr>
          <p:nvPr>
            <p:ph sz="half" idx="1"/>
          </p:nvPr>
        </p:nvSpPr>
        <p:spPr>
          <a:xfrm>
            <a:off x="605431" y="1756230"/>
            <a:ext cx="5181600" cy="4034969"/>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4" name="Marcador de contenido 3">
            <a:extLst>
              <a:ext uri="{FF2B5EF4-FFF2-40B4-BE49-F238E27FC236}">
                <a16:creationId xmlns:a16="http://schemas.microsoft.com/office/drawing/2014/main" id="{41559437-5037-4EE7-88FA-80C5AA0870F2}"/>
              </a:ext>
            </a:extLst>
          </p:cNvPr>
          <p:cNvSpPr>
            <a:spLocks noGrp="1"/>
          </p:cNvSpPr>
          <p:nvPr>
            <p:ph sz="half" idx="2"/>
          </p:nvPr>
        </p:nvSpPr>
        <p:spPr>
          <a:xfrm>
            <a:off x="6324600" y="1756230"/>
            <a:ext cx="5181600" cy="4034969"/>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6" name="Marcador de pie de página 5">
            <a:extLst>
              <a:ext uri="{FF2B5EF4-FFF2-40B4-BE49-F238E27FC236}">
                <a16:creationId xmlns:a16="http://schemas.microsoft.com/office/drawing/2014/main" id="{68326746-DF44-9DEF-8471-A5E1F6CCC502}"/>
              </a:ext>
            </a:extLst>
          </p:cNvPr>
          <p:cNvSpPr>
            <a:spLocks noGrp="1"/>
          </p:cNvSpPr>
          <p:nvPr>
            <p:ph type="ftr" sz="quarter" idx="11"/>
          </p:nvPr>
        </p:nvSpPr>
        <p:spPr/>
        <p:txBody>
          <a:bodyPr rtlCol="0"/>
          <a:lstStyle/>
          <a:p>
            <a:pPr rtl="0"/>
            <a:r>
              <a:rPr lang="es"/>
              <a:t>Ejemplo de Texto de pie de página</a:t>
            </a:r>
          </a:p>
        </p:txBody>
      </p:sp>
      <p:sp>
        <p:nvSpPr>
          <p:cNvPr id="5" name="Marcador de fecha 4">
            <a:extLst>
              <a:ext uri="{FF2B5EF4-FFF2-40B4-BE49-F238E27FC236}">
                <a16:creationId xmlns:a16="http://schemas.microsoft.com/office/drawing/2014/main" id="{15850B58-64D5-F359-1AC8-3D57AA87BFBD}"/>
              </a:ext>
            </a:extLst>
          </p:cNvPr>
          <p:cNvSpPr>
            <a:spLocks noGrp="1"/>
          </p:cNvSpPr>
          <p:nvPr>
            <p:ph type="dt" sz="half" idx="10"/>
          </p:nvPr>
        </p:nvSpPr>
        <p:spPr/>
        <p:txBody>
          <a:bodyPr rtlCol="0"/>
          <a:lstStyle/>
          <a:p>
            <a:pPr rtl="0"/>
            <a:r>
              <a:rPr lang="en-US"/>
              <a:t>11/8/2025</a:t>
            </a:r>
          </a:p>
        </p:txBody>
      </p:sp>
      <p:sp>
        <p:nvSpPr>
          <p:cNvPr id="7" name="Marcador de número de diapositiva 6">
            <a:extLst>
              <a:ext uri="{FF2B5EF4-FFF2-40B4-BE49-F238E27FC236}">
                <a16:creationId xmlns:a16="http://schemas.microsoft.com/office/drawing/2014/main" id="{9F6A22FA-48E7-5BF5-6432-6C7A54D7E031}"/>
              </a:ext>
            </a:extLst>
          </p:cNvPr>
          <p:cNvSpPr>
            <a:spLocks noGrp="1"/>
          </p:cNvSpPr>
          <p:nvPr>
            <p:ph type="sldNum" sz="quarter" idx="12"/>
          </p:nvPr>
        </p:nvSpPr>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408017541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DD8D87-72DE-A210-5C2D-570A1B01D41E}"/>
              </a:ext>
            </a:extLst>
          </p:cNvPr>
          <p:cNvSpPr>
            <a:spLocks noGrp="1"/>
          </p:cNvSpPr>
          <p:nvPr>
            <p:ph type="title"/>
          </p:nvPr>
        </p:nvSpPr>
        <p:spPr>
          <a:xfrm>
            <a:off x="603504" y="521206"/>
            <a:ext cx="10899648" cy="1069848"/>
          </a:xfrm>
          <a:noFill/>
        </p:spPr>
        <p:txBody>
          <a:bodyPr rtlCol="0"/>
          <a:lstStyle/>
          <a:p>
            <a:pPr rtl="0"/>
            <a:r>
              <a:rPr lang="es"/>
              <a:t>Haga clic para modificar el estilo de título del patrón</a:t>
            </a:r>
            <a:endParaRPr lang="en-US"/>
          </a:p>
        </p:txBody>
      </p:sp>
      <p:sp>
        <p:nvSpPr>
          <p:cNvPr id="3" name="Marcador de texto 2">
            <a:extLst>
              <a:ext uri="{FF2B5EF4-FFF2-40B4-BE49-F238E27FC236}">
                <a16:creationId xmlns:a16="http://schemas.microsoft.com/office/drawing/2014/main" id="{F73932A9-21A4-5A57-9D72-8C46993E6B11}"/>
              </a:ext>
            </a:extLst>
          </p:cNvPr>
          <p:cNvSpPr>
            <a:spLocks noGrp="1"/>
          </p:cNvSpPr>
          <p:nvPr>
            <p:ph type="body" idx="1"/>
          </p:nvPr>
        </p:nvSpPr>
        <p:spPr>
          <a:xfrm>
            <a:off x="605431" y="1631076"/>
            <a:ext cx="5157787" cy="709394"/>
          </a:xfrm>
        </p:spPr>
        <p:txBody>
          <a:bodyPr rtlCol="0"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
              <a:t>Haga clic para modificar los estilos de texto del patrón</a:t>
            </a:r>
          </a:p>
        </p:txBody>
      </p:sp>
      <p:sp>
        <p:nvSpPr>
          <p:cNvPr id="4" name="Marcador de contenido 3">
            <a:extLst>
              <a:ext uri="{FF2B5EF4-FFF2-40B4-BE49-F238E27FC236}">
                <a16:creationId xmlns:a16="http://schemas.microsoft.com/office/drawing/2014/main" id="{B283D4B4-A366-E12D-19BB-C17B71466184}"/>
              </a:ext>
            </a:extLst>
          </p:cNvPr>
          <p:cNvSpPr>
            <a:spLocks noGrp="1"/>
          </p:cNvSpPr>
          <p:nvPr>
            <p:ph sz="half" idx="2"/>
          </p:nvPr>
        </p:nvSpPr>
        <p:spPr>
          <a:xfrm>
            <a:off x="605431" y="2372146"/>
            <a:ext cx="5157787" cy="3495253"/>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texto 4">
            <a:extLst>
              <a:ext uri="{FF2B5EF4-FFF2-40B4-BE49-F238E27FC236}">
                <a16:creationId xmlns:a16="http://schemas.microsoft.com/office/drawing/2014/main" id="{BC06DAAF-1A05-D83C-70C1-CEADA4EB7389}"/>
              </a:ext>
            </a:extLst>
          </p:cNvPr>
          <p:cNvSpPr>
            <a:spLocks noGrp="1"/>
          </p:cNvSpPr>
          <p:nvPr>
            <p:ph type="body" sz="quarter" idx="3"/>
          </p:nvPr>
        </p:nvSpPr>
        <p:spPr>
          <a:xfrm>
            <a:off x="6324600" y="1631076"/>
            <a:ext cx="5183188" cy="709393"/>
          </a:xfrm>
        </p:spPr>
        <p:txBody>
          <a:bodyPr rtlCol="0"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
              <a:t>Haga clic para modificar los estilos de texto del patrón</a:t>
            </a:r>
          </a:p>
        </p:txBody>
      </p:sp>
      <p:sp>
        <p:nvSpPr>
          <p:cNvPr id="6" name="Marcador de contenido 5">
            <a:extLst>
              <a:ext uri="{FF2B5EF4-FFF2-40B4-BE49-F238E27FC236}">
                <a16:creationId xmlns:a16="http://schemas.microsoft.com/office/drawing/2014/main" id="{ECFE7B13-3453-6313-B416-E9FF9DA2E010}"/>
              </a:ext>
            </a:extLst>
          </p:cNvPr>
          <p:cNvSpPr>
            <a:spLocks noGrp="1"/>
          </p:cNvSpPr>
          <p:nvPr>
            <p:ph sz="quarter" idx="4"/>
          </p:nvPr>
        </p:nvSpPr>
        <p:spPr>
          <a:xfrm>
            <a:off x="6324600" y="2372146"/>
            <a:ext cx="5183188" cy="3495254"/>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8" name="Marcador de pie de página 7">
            <a:extLst>
              <a:ext uri="{FF2B5EF4-FFF2-40B4-BE49-F238E27FC236}">
                <a16:creationId xmlns:a16="http://schemas.microsoft.com/office/drawing/2014/main" id="{3061BE2D-E1A3-1A5C-AE37-9DC52A9717B7}"/>
              </a:ext>
            </a:extLst>
          </p:cNvPr>
          <p:cNvSpPr>
            <a:spLocks noGrp="1"/>
          </p:cNvSpPr>
          <p:nvPr>
            <p:ph type="ftr" sz="quarter" idx="11"/>
          </p:nvPr>
        </p:nvSpPr>
        <p:spPr/>
        <p:txBody>
          <a:bodyPr rtlCol="0"/>
          <a:lstStyle/>
          <a:p>
            <a:pPr rtl="0"/>
            <a:r>
              <a:rPr lang="es"/>
              <a:t>Ejemplo de Texto de pie de página</a:t>
            </a:r>
          </a:p>
        </p:txBody>
      </p:sp>
      <p:sp>
        <p:nvSpPr>
          <p:cNvPr id="7" name="Marcador de fecha 6">
            <a:extLst>
              <a:ext uri="{FF2B5EF4-FFF2-40B4-BE49-F238E27FC236}">
                <a16:creationId xmlns:a16="http://schemas.microsoft.com/office/drawing/2014/main" id="{71D5902D-DF04-F2A8-C2F8-EBDD2A897D21}"/>
              </a:ext>
            </a:extLst>
          </p:cNvPr>
          <p:cNvSpPr>
            <a:spLocks noGrp="1"/>
          </p:cNvSpPr>
          <p:nvPr>
            <p:ph type="dt" sz="half" idx="10"/>
          </p:nvPr>
        </p:nvSpPr>
        <p:spPr/>
        <p:txBody>
          <a:bodyPr rtlCol="0"/>
          <a:lstStyle/>
          <a:p>
            <a:pPr rtl="0"/>
            <a:r>
              <a:rPr lang="en-US"/>
              <a:t>11/8/2025</a:t>
            </a:r>
          </a:p>
        </p:txBody>
      </p:sp>
      <p:sp>
        <p:nvSpPr>
          <p:cNvPr id="9" name="Marcador de número de diapositiva 8">
            <a:extLst>
              <a:ext uri="{FF2B5EF4-FFF2-40B4-BE49-F238E27FC236}">
                <a16:creationId xmlns:a16="http://schemas.microsoft.com/office/drawing/2014/main" id="{DA4FDDA8-940A-B407-4EB2-85DC9BEDB476}"/>
              </a:ext>
            </a:extLst>
          </p:cNvPr>
          <p:cNvSpPr>
            <a:spLocks noGrp="1"/>
          </p:cNvSpPr>
          <p:nvPr>
            <p:ph type="sldNum" sz="quarter" idx="12"/>
          </p:nvPr>
        </p:nvSpPr>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261186856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6151FC-CD6F-656F-54A8-59B782BEFB30}"/>
              </a:ext>
            </a:extLst>
          </p:cNvPr>
          <p:cNvSpPr>
            <a:spLocks noGrp="1"/>
          </p:cNvSpPr>
          <p:nvPr>
            <p:ph type="title"/>
          </p:nvPr>
        </p:nvSpPr>
        <p:spPr>
          <a:xfrm>
            <a:off x="603504" y="265176"/>
            <a:ext cx="11028923" cy="1325880"/>
          </a:xfrm>
          <a:noFill/>
        </p:spPr>
        <p:txBody>
          <a:bodyPr rtlCol="0"/>
          <a:lstStyle/>
          <a:p>
            <a:pPr rtl="0"/>
            <a:r>
              <a:rPr lang="es"/>
              <a:t>Haga clic para modificar el estilo de título del patrón</a:t>
            </a:r>
            <a:endParaRPr lang="en-US"/>
          </a:p>
        </p:txBody>
      </p:sp>
      <p:sp>
        <p:nvSpPr>
          <p:cNvPr id="4" name="Marcador de pie de página 3">
            <a:extLst>
              <a:ext uri="{FF2B5EF4-FFF2-40B4-BE49-F238E27FC236}">
                <a16:creationId xmlns:a16="http://schemas.microsoft.com/office/drawing/2014/main" id="{D07D307A-FF1F-38A3-7DE5-F11DC31CA5B8}"/>
              </a:ext>
            </a:extLst>
          </p:cNvPr>
          <p:cNvSpPr>
            <a:spLocks noGrp="1"/>
          </p:cNvSpPr>
          <p:nvPr>
            <p:ph type="ftr" sz="quarter" idx="11"/>
          </p:nvPr>
        </p:nvSpPr>
        <p:spPr/>
        <p:txBody>
          <a:bodyPr rtlCol="0"/>
          <a:lstStyle/>
          <a:p>
            <a:pPr rtl="0"/>
            <a:r>
              <a:rPr lang="es"/>
              <a:t>Texto de ejemplo para el pie de página</a:t>
            </a:r>
          </a:p>
        </p:txBody>
      </p:sp>
      <p:sp>
        <p:nvSpPr>
          <p:cNvPr id="3" name="Marcador de fecha 2">
            <a:extLst>
              <a:ext uri="{FF2B5EF4-FFF2-40B4-BE49-F238E27FC236}">
                <a16:creationId xmlns:a16="http://schemas.microsoft.com/office/drawing/2014/main" id="{1E4C539B-20CB-8D83-0ECC-5F682BD06D6F}"/>
              </a:ext>
            </a:extLst>
          </p:cNvPr>
          <p:cNvSpPr>
            <a:spLocks noGrp="1"/>
          </p:cNvSpPr>
          <p:nvPr>
            <p:ph type="dt" sz="half" idx="10"/>
          </p:nvPr>
        </p:nvSpPr>
        <p:spPr/>
        <p:txBody>
          <a:bodyPr rtlCol="0"/>
          <a:lstStyle/>
          <a:p>
            <a:pPr rtl="0"/>
            <a:r>
              <a:rPr lang="en-US"/>
              <a:t>11/8/2025</a:t>
            </a:r>
          </a:p>
        </p:txBody>
      </p:sp>
      <p:sp>
        <p:nvSpPr>
          <p:cNvPr id="5" name="Marcador de número de diapositiva 4">
            <a:extLst>
              <a:ext uri="{FF2B5EF4-FFF2-40B4-BE49-F238E27FC236}">
                <a16:creationId xmlns:a16="http://schemas.microsoft.com/office/drawing/2014/main" id="{466EB674-912E-381A-49CE-08E49DFF46A7}"/>
              </a:ext>
            </a:extLst>
          </p:cNvPr>
          <p:cNvSpPr>
            <a:spLocks noGrp="1"/>
          </p:cNvSpPr>
          <p:nvPr>
            <p:ph type="sldNum" sz="quarter" idx="12"/>
          </p:nvPr>
        </p:nvSpPr>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409246704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Vacío">
    <p:spTree>
      <p:nvGrpSpPr>
        <p:cNvPr id="1" name=""/>
        <p:cNvGrpSpPr/>
        <p:nvPr/>
      </p:nvGrpSpPr>
      <p:grpSpPr>
        <a:xfrm>
          <a:off x="0" y="0"/>
          <a:ext cx="0" cy="0"/>
          <a:chOff x="0" y="0"/>
          <a:chExt cx="0" cy="0"/>
        </a:xfrm>
      </p:grpSpPr>
      <p:sp>
        <p:nvSpPr>
          <p:cNvPr id="3" name="Marcador de pie de página 2">
            <a:extLst>
              <a:ext uri="{FF2B5EF4-FFF2-40B4-BE49-F238E27FC236}">
                <a16:creationId xmlns:a16="http://schemas.microsoft.com/office/drawing/2014/main" id="{A2FA0B77-3CB1-4071-30F6-B0766D75C10A}"/>
              </a:ext>
            </a:extLst>
          </p:cNvPr>
          <p:cNvSpPr>
            <a:spLocks noGrp="1"/>
          </p:cNvSpPr>
          <p:nvPr>
            <p:ph type="ftr" sz="quarter" idx="11"/>
          </p:nvPr>
        </p:nvSpPr>
        <p:spPr/>
        <p:txBody>
          <a:bodyPr rtlCol="0"/>
          <a:lstStyle/>
          <a:p>
            <a:pPr rtl="0"/>
            <a:r>
              <a:rPr lang="es"/>
              <a:t>Ejemplo de Texto de pie de página</a:t>
            </a:r>
          </a:p>
        </p:txBody>
      </p:sp>
      <p:sp>
        <p:nvSpPr>
          <p:cNvPr id="2" name="Marcador de fecha 1">
            <a:extLst>
              <a:ext uri="{FF2B5EF4-FFF2-40B4-BE49-F238E27FC236}">
                <a16:creationId xmlns:a16="http://schemas.microsoft.com/office/drawing/2014/main" id="{4B4A81A7-FC7B-1689-D59F-4173A1763CB9}"/>
              </a:ext>
            </a:extLst>
          </p:cNvPr>
          <p:cNvSpPr>
            <a:spLocks noGrp="1"/>
          </p:cNvSpPr>
          <p:nvPr>
            <p:ph type="dt" sz="half" idx="10"/>
          </p:nvPr>
        </p:nvSpPr>
        <p:spPr/>
        <p:txBody>
          <a:bodyPr rtlCol="0"/>
          <a:lstStyle/>
          <a:p>
            <a:pPr rtl="0"/>
            <a:r>
              <a:rPr lang="en-US"/>
              <a:t>11/8/2025</a:t>
            </a:r>
          </a:p>
        </p:txBody>
      </p:sp>
      <p:sp>
        <p:nvSpPr>
          <p:cNvPr id="4" name="Marcador de número de diapositiva 3">
            <a:extLst>
              <a:ext uri="{FF2B5EF4-FFF2-40B4-BE49-F238E27FC236}">
                <a16:creationId xmlns:a16="http://schemas.microsoft.com/office/drawing/2014/main" id="{5D080D98-2C9A-3434-E8A3-DA6CCD2F5EFE}"/>
              </a:ext>
            </a:extLst>
          </p:cNvPr>
          <p:cNvSpPr>
            <a:spLocks noGrp="1"/>
          </p:cNvSpPr>
          <p:nvPr>
            <p:ph type="sldNum" sz="quarter" idx="12"/>
          </p:nvPr>
        </p:nvSpPr>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300184434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6C3A53-0764-6B81-0CF9-98A31577BE9D}"/>
              </a:ext>
            </a:extLst>
          </p:cNvPr>
          <p:cNvSpPr>
            <a:spLocks noGrp="1"/>
          </p:cNvSpPr>
          <p:nvPr>
            <p:ph type="title"/>
          </p:nvPr>
        </p:nvSpPr>
        <p:spPr>
          <a:xfrm>
            <a:off x="605431" y="932688"/>
            <a:ext cx="4195169" cy="1124712"/>
          </a:xfrm>
          <a:noFill/>
        </p:spPr>
        <p:txBody>
          <a:bodyPr rtlCol="0" anchor="t">
            <a:normAutofit/>
          </a:bodyPr>
          <a:lstStyle>
            <a:lvl1pPr>
              <a:defRPr sz="2800"/>
            </a:lvl1pPr>
          </a:lstStyle>
          <a:p>
            <a:pPr rtl="0"/>
            <a:r>
              <a:rPr lang="es"/>
              <a:t>Haga clic para modificar el estilo de título del patrón</a:t>
            </a:r>
            <a:endParaRPr lang="en-US"/>
          </a:p>
        </p:txBody>
      </p:sp>
      <p:sp>
        <p:nvSpPr>
          <p:cNvPr id="4" name="Marcador de texto 3">
            <a:extLst>
              <a:ext uri="{FF2B5EF4-FFF2-40B4-BE49-F238E27FC236}">
                <a16:creationId xmlns:a16="http://schemas.microsoft.com/office/drawing/2014/main" id="{11FE505A-8E22-72EF-7229-3828AF9454D5}"/>
              </a:ext>
            </a:extLst>
          </p:cNvPr>
          <p:cNvSpPr>
            <a:spLocks noGrp="1"/>
          </p:cNvSpPr>
          <p:nvPr>
            <p:ph type="body" sz="half" idx="2"/>
          </p:nvPr>
        </p:nvSpPr>
        <p:spPr>
          <a:xfrm>
            <a:off x="605431" y="2057400"/>
            <a:ext cx="4195169"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
              <a:t>Haga clic para modificar los estilos de texto del patrón</a:t>
            </a:r>
          </a:p>
        </p:txBody>
      </p:sp>
      <p:sp>
        <p:nvSpPr>
          <p:cNvPr id="3" name="Marcador de contenido 2">
            <a:extLst>
              <a:ext uri="{FF2B5EF4-FFF2-40B4-BE49-F238E27FC236}">
                <a16:creationId xmlns:a16="http://schemas.microsoft.com/office/drawing/2014/main" id="{70A4E78B-DAF0-5E30-C9F0-EA1D81066DBC}"/>
              </a:ext>
            </a:extLst>
          </p:cNvPr>
          <p:cNvSpPr>
            <a:spLocks noGrp="1"/>
          </p:cNvSpPr>
          <p:nvPr>
            <p:ph idx="1"/>
          </p:nvPr>
        </p:nvSpPr>
        <p:spPr>
          <a:xfrm>
            <a:off x="5486400" y="903515"/>
            <a:ext cx="6019800" cy="49575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6" name="Marcador de pie de página 5">
            <a:extLst>
              <a:ext uri="{FF2B5EF4-FFF2-40B4-BE49-F238E27FC236}">
                <a16:creationId xmlns:a16="http://schemas.microsoft.com/office/drawing/2014/main" id="{85FB557B-A6AB-0141-61F5-2C6D1D26D589}"/>
              </a:ext>
            </a:extLst>
          </p:cNvPr>
          <p:cNvSpPr>
            <a:spLocks noGrp="1"/>
          </p:cNvSpPr>
          <p:nvPr>
            <p:ph type="ftr" sz="quarter" idx="11"/>
          </p:nvPr>
        </p:nvSpPr>
        <p:spPr/>
        <p:txBody>
          <a:bodyPr rtlCol="0"/>
          <a:lstStyle/>
          <a:p>
            <a:pPr rtl="0"/>
            <a:r>
              <a:rPr lang="es"/>
              <a:t>Ejemplo de Texto de pie de página</a:t>
            </a:r>
          </a:p>
        </p:txBody>
      </p:sp>
      <p:sp>
        <p:nvSpPr>
          <p:cNvPr id="5" name="Marcador de fecha 4">
            <a:extLst>
              <a:ext uri="{FF2B5EF4-FFF2-40B4-BE49-F238E27FC236}">
                <a16:creationId xmlns:a16="http://schemas.microsoft.com/office/drawing/2014/main" id="{A4346670-62CE-41B6-24CD-DB7BF2AECDF4}"/>
              </a:ext>
            </a:extLst>
          </p:cNvPr>
          <p:cNvSpPr>
            <a:spLocks noGrp="1"/>
          </p:cNvSpPr>
          <p:nvPr>
            <p:ph type="dt" sz="half" idx="10"/>
          </p:nvPr>
        </p:nvSpPr>
        <p:spPr/>
        <p:txBody>
          <a:bodyPr rtlCol="0"/>
          <a:lstStyle/>
          <a:p>
            <a:pPr rtl="0"/>
            <a:r>
              <a:rPr lang="en-US"/>
              <a:t>11/8/2025</a:t>
            </a:r>
          </a:p>
        </p:txBody>
      </p:sp>
      <p:sp>
        <p:nvSpPr>
          <p:cNvPr id="7" name="Marcador de número de diapositiva 6">
            <a:extLst>
              <a:ext uri="{FF2B5EF4-FFF2-40B4-BE49-F238E27FC236}">
                <a16:creationId xmlns:a16="http://schemas.microsoft.com/office/drawing/2014/main" id="{FB2C964C-100B-6E0E-8C9C-FEDE515F230D}"/>
              </a:ext>
            </a:extLst>
          </p:cNvPr>
          <p:cNvSpPr>
            <a:spLocks noGrp="1"/>
          </p:cNvSpPr>
          <p:nvPr>
            <p:ph type="sldNum" sz="quarter" idx="12"/>
          </p:nvPr>
        </p:nvSpPr>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238610745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852BCA-373C-52F0-00A4-DB648AB6DDCB}"/>
              </a:ext>
            </a:extLst>
          </p:cNvPr>
          <p:cNvSpPr>
            <a:spLocks noGrp="1"/>
          </p:cNvSpPr>
          <p:nvPr>
            <p:ph type="title"/>
          </p:nvPr>
        </p:nvSpPr>
        <p:spPr>
          <a:xfrm>
            <a:off x="605432" y="228599"/>
            <a:ext cx="3658560" cy="1742175"/>
          </a:xfrm>
          <a:noFill/>
        </p:spPr>
        <p:txBody>
          <a:bodyPr rtlCol="0" anchor="b">
            <a:normAutofit/>
          </a:bodyPr>
          <a:lstStyle>
            <a:lvl1pPr>
              <a:defRPr sz="2800"/>
            </a:lvl1pPr>
          </a:lstStyle>
          <a:p>
            <a:pPr rtl="0"/>
            <a:r>
              <a:rPr lang="es"/>
              <a:t>Haga clic para modificar el estilo de título del patrón</a:t>
            </a:r>
            <a:endParaRPr lang="en-US"/>
          </a:p>
        </p:txBody>
      </p:sp>
      <p:sp>
        <p:nvSpPr>
          <p:cNvPr id="4" name="Marcador de texto 3">
            <a:extLst>
              <a:ext uri="{FF2B5EF4-FFF2-40B4-BE49-F238E27FC236}">
                <a16:creationId xmlns:a16="http://schemas.microsoft.com/office/drawing/2014/main" id="{E85DCE8E-6071-4972-B85E-E495AB0FF686}"/>
              </a:ext>
            </a:extLst>
          </p:cNvPr>
          <p:cNvSpPr>
            <a:spLocks noGrp="1"/>
          </p:cNvSpPr>
          <p:nvPr>
            <p:ph type="body" sz="half" idx="2"/>
          </p:nvPr>
        </p:nvSpPr>
        <p:spPr>
          <a:xfrm>
            <a:off x="1371600" y="2337134"/>
            <a:ext cx="2892392" cy="3331342"/>
          </a:xfrm>
        </p:spPr>
        <p:txBody>
          <a:bodyPr rtlCol="0" anchor="b"/>
          <a:lstStyle>
            <a:lvl1pPr marL="0" indent="0" algn="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
              <a:t>Haga clic para modificar los estilos de texto del patrón</a:t>
            </a:r>
          </a:p>
        </p:txBody>
      </p:sp>
      <p:sp>
        <p:nvSpPr>
          <p:cNvPr id="3" name="Marcador de posición de imagen 2">
            <a:extLst>
              <a:ext uri="{FF2B5EF4-FFF2-40B4-BE49-F238E27FC236}">
                <a16:creationId xmlns:a16="http://schemas.microsoft.com/office/drawing/2014/main" id="{FEBAE75E-255D-9B56-3A67-14178C54EB59}"/>
              </a:ext>
            </a:extLst>
          </p:cNvPr>
          <p:cNvSpPr>
            <a:spLocks noGrp="1"/>
          </p:cNvSpPr>
          <p:nvPr>
            <p:ph type="pic" idx="1" hasCustomPrompt="1"/>
          </p:nvPr>
        </p:nvSpPr>
        <p:spPr>
          <a:xfrm>
            <a:off x="4800600" y="685800"/>
            <a:ext cx="6705600" cy="4876801"/>
          </a:xfrm>
          <a:blipFill>
            <a:blip r:embed="rId2">
              <a:alphaModFix amt="70000"/>
            </a:blip>
            <a:stretch>
              <a:fillRect/>
            </a:stretch>
          </a:blipFill>
        </p:spPr>
        <p:txBody>
          <a:bodyPr rtlCol="0">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
              <a:t> </a:t>
            </a:r>
          </a:p>
        </p:txBody>
      </p:sp>
      <p:sp>
        <p:nvSpPr>
          <p:cNvPr id="6" name="Marcador de pie de página 5">
            <a:extLst>
              <a:ext uri="{FF2B5EF4-FFF2-40B4-BE49-F238E27FC236}">
                <a16:creationId xmlns:a16="http://schemas.microsoft.com/office/drawing/2014/main" id="{FB5E2938-E6DE-EB90-C8DE-0D078BDD0A83}"/>
              </a:ext>
            </a:extLst>
          </p:cNvPr>
          <p:cNvSpPr>
            <a:spLocks noGrp="1"/>
          </p:cNvSpPr>
          <p:nvPr>
            <p:ph type="ftr" sz="quarter" idx="11"/>
          </p:nvPr>
        </p:nvSpPr>
        <p:spPr/>
        <p:txBody>
          <a:bodyPr rtlCol="0"/>
          <a:lstStyle/>
          <a:p>
            <a:pPr rtl="0"/>
            <a:r>
              <a:rPr lang="es"/>
              <a:t>Ejemplo de Texto de pie de página</a:t>
            </a:r>
          </a:p>
        </p:txBody>
      </p:sp>
      <p:sp>
        <p:nvSpPr>
          <p:cNvPr id="5" name="Marcador de fecha 4">
            <a:extLst>
              <a:ext uri="{FF2B5EF4-FFF2-40B4-BE49-F238E27FC236}">
                <a16:creationId xmlns:a16="http://schemas.microsoft.com/office/drawing/2014/main" id="{008928D8-1666-BE45-30C8-65C74E2283DC}"/>
              </a:ext>
            </a:extLst>
          </p:cNvPr>
          <p:cNvSpPr>
            <a:spLocks noGrp="1"/>
          </p:cNvSpPr>
          <p:nvPr>
            <p:ph type="dt" sz="half" idx="10"/>
          </p:nvPr>
        </p:nvSpPr>
        <p:spPr>
          <a:xfrm>
            <a:off x="10058400" y="6029868"/>
            <a:ext cx="1182686" cy="365125"/>
          </a:xfrm>
        </p:spPr>
        <p:txBody>
          <a:bodyPr rtlCol="0"/>
          <a:lstStyle/>
          <a:p>
            <a:pPr rtl="0"/>
            <a:r>
              <a:rPr lang="en-US"/>
              <a:t>11/8/2025</a:t>
            </a:r>
          </a:p>
        </p:txBody>
      </p:sp>
      <p:sp>
        <p:nvSpPr>
          <p:cNvPr id="7" name="Marcador de número de diapositiva 6">
            <a:extLst>
              <a:ext uri="{FF2B5EF4-FFF2-40B4-BE49-F238E27FC236}">
                <a16:creationId xmlns:a16="http://schemas.microsoft.com/office/drawing/2014/main" id="{8D79A9FD-2464-F09D-1603-6DF07EF20752}"/>
              </a:ext>
            </a:extLst>
          </p:cNvPr>
          <p:cNvSpPr>
            <a:spLocks noGrp="1"/>
          </p:cNvSpPr>
          <p:nvPr>
            <p:ph type="sldNum" sz="quarter" idx="12"/>
          </p:nvPr>
        </p:nvSpPr>
        <p:spPr>
          <a:xfrm>
            <a:off x="11237976" y="6029868"/>
            <a:ext cx="429372" cy="365125"/>
          </a:xfrm>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81170429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Conclusión">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4" name="Rectángulo 13">
            <a:extLst>
              <a:ext uri="{FF2B5EF4-FFF2-40B4-BE49-F238E27FC236}">
                <a16:creationId xmlns:a16="http://schemas.microsoft.com/office/drawing/2014/main" id="{8F22766A-BE9C-B780-CC66-44ECFC5C0A47}"/>
              </a:ext>
              <a:ext uri="{C183D7F6-B498-43B3-948B-1728B52AA6E4}">
                <adec:decorative xmlns:adec="http://schemas.microsoft.com/office/drawing/2017/decorative" val="1"/>
              </a:ext>
            </a:extLst>
          </p:cNvPr>
          <p:cNvSpPr/>
          <p:nvPr/>
        </p:nvSpPr>
        <p:spPr>
          <a:xfrm>
            <a:off x="2057400" y="3084659"/>
            <a:ext cx="10133956" cy="377334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solidFill>
                <a:schemeClr val="accent1"/>
              </a:solidFill>
            </a:endParaRPr>
          </a:p>
        </p:txBody>
      </p:sp>
      <p:sp>
        <p:nvSpPr>
          <p:cNvPr id="2" name="Título 1">
            <a:extLst>
              <a:ext uri="{FF2B5EF4-FFF2-40B4-BE49-F238E27FC236}">
                <a16:creationId xmlns:a16="http://schemas.microsoft.com/office/drawing/2014/main" id="{421917DD-3691-27F7-68C8-EACE32AEAF6A}"/>
              </a:ext>
            </a:extLst>
          </p:cNvPr>
          <p:cNvSpPr>
            <a:spLocks noGrp="1"/>
          </p:cNvSpPr>
          <p:nvPr>
            <p:ph type="title"/>
          </p:nvPr>
        </p:nvSpPr>
        <p:spPr>
          <a:xfrm>
            <a:off x="146306" y="182881"/>
            <a:ext cx="8616684" cy="1874520"/>
          </a:xfrm>
          <a:noFill/>
        </p:spPr>
        <p:txBody>
          <a:bodyPr rtlCol="0" anchor="t">
            <a:normAutofit/>
          </a:bodyPr>
          <a:lstStyle>
            <a:lvl1pPr>
              <a:defRPr sz="9600">
                <a:solidFill>
                  <a:schemeClr val="accent2"/>
                </a:solidFill>
              </a:defRPr>
            </a:lvl1pPr>
          </a:lstStyle>
          <a:p>
            <a:pPr rtl="0"/>
            <a:r>
              <a:rPr lang="es"/>
              <a:t>Haga clic para modificar el estilo de título del patrón</a:t>
            </a:r>
            <a:endParaRPr lang="en-US"/>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9753600" y="617923"/>
            <a:ext cx="1866897" cy="461881"/>
          </a:xfrm>
          <a:noFill/>
        </p:spPr>
        <p:txBody>
          <a:bodyPr rtlCol="0" anchor="t"/>
          <a:lstStyle>
            <a:lvl1pPr algn="r">
              <a:defRPr sz="900"/>
            </a:lvl1pPr>
          </a:lstStyle>
          <a:p>
            <a:pPr rtl="0"/>
            <a:r>
              <a:rPr lang="es"/>
              <a:t>Ejemplo de texto de pie de página</a:t>
            </a:r>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2595846" y="3544866"/>
            <a:ext cx="8990722" cy="2446782"/>
          </a:xfrm>
        </p:spPr>
        <p:txBody>
          <a:bodyPr rtlCol="0">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2595846" y="6024816"/>
            <a:ext cx="1809495" cy="365125"/>
          </a:xfrm>
          <a:solidFill>
            <a:schemeClr val="bg2"/>
          </a:solidFill>
        </p:spPr>
        <p:txBody>
          <a:bodyPr rtlCol="0"/>
          <a:lstStyle>
            <a:lvl1pPr algn="l">
              <a:defRPr/>
            </a:lvl1pPr>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solidFill>
            <a:schemeClr val="bg2"/>
          </a:solidFill>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378246610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Conclusión 2">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Rectángulo 6">
            <a:extLst>
              <a:ext uri="{FF2B5EF4-FFF2-40B4-BE49-F238E27FC236}">
                <a16:creationId xmlns:a16="http://schemas.microsoft.com/office/drawing/2014/main" id="{072AC4BE-2FD3-AAF4-8A1B-0633F1BEE33B}"/>
              </a:ext>
              <a:ext uri="{C183D7F6-B498-43B3-948B-1728B52AA6E4}">
                <adec:decorative xmlns:adec="http://schemas.microsoft.com/office/drawing/2017/decorative" val="1"/>
              </a:ext>
            </a:extLst>
          </p:cNvPr>
          <p:cNvSpPr/>
          <p:nvPr/>
        </p:nvSpPr>
        <p:spPr>
          <a:xfrm>
            <a:off x="0" y="0"/>
            <a:ext cx="8436077" cy="2057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cxnSp>
        <p:nvCxnSpPr>
          <p:cNvPr id="11" name="Conector recto 10">
            <a:extLst>
              <a:ext uri="{FF2B5EF4-FFF2-40B4-BE49-F238E27FC236}">
                <a16:creationId xmlns:a16="http://schemas.microsoft.com/office/drawing/2014/main" id="{7652D305-42E1-E86E-632C-9DFD4F747E62}"/>
              </a:ext>
              <a:ext uri="{C183D7F6-B498-43B3-948B-1728B52AA6E4}">
                <adec:decorative xmlns:adec="http://schemas.microsoft.com/office/drawing/2017/decorative" val="1"/>
              </a:ext>
            </a:extLst>
          </p:cNvPr>
          <p:cNvCxnSpPr>
            <a:cxnSpLocks/>
          </p:cNvCxnSpPr>
          <p:nvPr/>
        </p:nvCxnSpPr>
        <p:spPr>
          <a:xfrm>
            <a:off x="685800" y="4564627"/>
            <a:ext cx="5068016"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ítulo 1">
            <a:extLst>
              <a:ext uri="{FF2B5EF4-FFF2-40B4-BE49-F238E27FC236}">
                <a16:creationId xmlns:a16="http://schemas.microsoft.com/office/drawing/2014/main" id="{421917DD-3691-27F7-68C8-EACE32AEAF6A}"/>
              </a:ext>
            </a:extLst>
          </p:cNvPr>
          <p:cNvSpPr>
            <a:spLocks noGrp="1"/>
          </p:cNvSpPr>
          <p:nvPr>
            <p:ph type="title"/>
          </p:nvPr>
        </p:nvSpPr>
        <p:spPr>
          <a:xfrm>
            <a:off x="373625" y="530940"/>
            <a:ext cx="7703576" cy="1308290"/>
          </a:xfrm>
          <a:noFill/>
        </p:spPr>
        <p:txBody>
          <a:bodyPr rtlCol="0" anchor="t">
            <a:normAutofit/>
          </a:bodyPr>
          <a:lstStyle>
            <a:lvl1pPr>
              <a:defRPr sz="8000">
                <a:solidFill>
                  <a:schemeClr val="accent2"/>
                </a:solidFill>
              </a:defRPr>
            </a:lvl1pPr>
          </a:lstStyle>
          <a:p>
            <a:pPr rtl="0"/>
            <a:r>
              <a:rPr lang="es"/>
              <a:t>Haga clic para modificar el estilo de título del patrón</a:t>
            </a:r>
            <a:endParaRPr lang="en-US"/>
          </a:p>
        </p:txBody>
      </p:sp>
      <p:sp>
        <p:nvSpPr>
          <p:cNvPr id="3" name="Marcador de contenido 2">
            <a:extLst>
              <a:ext uri="{FF2B5EF4-FFF2-40B4-BE49-F238E27FC236}">
                <a16:creationId xmlns:a16="http://schemas.microsoft.com/office/drawing/2014/main" id="{DDDF1F66-DA3A-1E9E-183A-4FB86FC67F15}"/>
              </a:ext>
            </a:extLst>
          </p:cNvPr>
          <p:cNvSpPr>
            <a:spLocks noGrp="1"/>
          </p:cNvSpPr>
          <p:nvPr>
            <p:ph idx="1"/>
          </p:nvPr>
        </p:nvSpPr>
        <p:spPr>
          <a:xfrm>
            <a:off x="6037005" y="3571531"/>
            <a:ext cx="5009534" cy="1987694"/>
          </a:xfrm>
        </p:spPr>
        <p:txBody>
          <a:bodyPr rtlCol="0" anchor="ct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rtlCol="0" anchor="ctr"/>
          <a:lstStyle>
            <a:lvl1pPr algn="l">
              <a:defRPr sz="900" b="1"/>
            </a:lvl1pPr>
          </a:lstStyle>
          <a:p>
            <a:pPr rtl="0"/>
            <a:r>
              <a:rPr lang="es"/>
              <a:t>Ejemplo de Texto de pie de página</a:t>
            </a:r>
          </a:p>
        </p:txBody>
      </p:sp>
      <p:sp>
        <p:nvSpPr>
          <p:cNvPr id="4" name="Marcador de fecha 3">
            <a:extLst>
              <a:ext uri="{FF2B5EF4-FFF2-40B4-BE49-F238E27FC236}">
                <a16:creationId xmlns:a16="http://schemas.microsoft.com/office/drawing/2014/main" id="{4C64A704-5499-D0F7-F550-5994C49F8C26}"/>
              </a:ext>
            </a:extLst>
          </p:cNvPr>
          <p:cNvSpPr>
            <a:spLocks noGrp="1"/>
          </p:cNvSpPr>
          <p:nvPr>
            <p:ph type="dt" sz="half" idx="10"/>
          </p:nvPr>
        </p:nvSpPr>
        <p:spPr>
          <a:xfrm>
            <a:off x="9799320" y="6029867"/>
            <a:ext cx="1441766" cy="365125"/>
          </a:xfrm>
          <a:noFill/>
        </p:spPr>
        <p:txBody>
          <a:bodyPr rtlCol="0"/>
          <a:lstStyle>
            <a:lvl1pPr algn="r">
              <a:defRPr/>
            </a:lvl1pPr>
          </a:lstStyle>
          <a:p>
            <a:pPr rtl="0"/>
            <a:r>
              <a:rPr lang="en-US"/>
              <a:t>11/8/2025</a:t>
            </a:r>
          </a:p>
        </p:txBody>
      </p:sp>
      <p:sp>
        <p:nvSpPr>
          <p:cNvPr id="6" name="Marcador de número de diapositiva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rtlCol="0"/>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251822049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PORTADA princip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9057CAB5-419B-D16F-C185-A2D3C653D2A9}"/>
              </a:ext>
            </a:extLst>
          </p:cNvPr>
          <p:cNvPicPr>
            <a:picLocks noChangeAspect="1"/>
          </p:cNvPicPr>
          <p:nvPr userDrawn="1"/>
        </p:nvPicPr>
        <p:blipFill>
          <a:blip r:embed="rId3"/>
          <a:stretch>
            <a:fillRect/>
          </a:stretch>
        </p:blipFill>
        <p:spPr>
          <a:xfrm>
            <a:off x="11859053" y="1796807"/>
            <a:ext cx="70965" cy="3264387"/>
          </a:xfrm>
          <a:prstGeom prst="rect">
            <a:avLst/>
          </a:prstGeom>
        </p:spPr>
      </p:pic>
      <p:sp>
        <p:nvSpPr>
          <p:cNvPr id="5" name="Rectángulo 4">
            <a:extLst>
              <a:ext uri="{FF2B5EF4-FFF2-40B4-BE49-F238E27FC236}">
                <a16:creationId xmlns:a16="http://schemas.microsoft.com/office/drawing/2014/main" id="{EA07B88F-3442-88EF-4332-8188DAED77CC}"/>
              </a:ext>
            </a:extLst>
          </p:cNvPr>
          <p:cNvSpPr>
            <a:spLocks noGrp="1" noRot="1" noMove="1" noResize="1" noEditPoints="1" noAdjustHandles="1" noChangeArrowheads="1" noChangeShapeType="1"/>
          </p:cNvSpPr>
          <p:nvPr userDrawn="1"/>
        </p:nvSpPr>
        <p:spPr>
          <a:xfrm>
            <a:off x="5944993" y="616688"/>
            <a:ext cx="5674686" cy="5667154"/>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6" name="Rectángulo 5">
            <a:extLst>
              <a:ext uri="{FF2B5EF4-FFF2-40B4-BE49-F238E27FC236}">
                <a16:creationId xmlns:a16="http://schemas.microsoft.com/office/drawing/2014/main" id="{FC350248-3FB5-3C6F-8D72-BDEA02FE930A}"/>
              </a:ext>
            </a:extLst>
          </p:cNvPr>
          <p:cNvSpPr/>
          <p:nvPr userDrawn="1"/>
        </p:nvSpPr>
        <p:spPr>
          <a:xfrm>
            <a:off x="6398549" y="2788646"/>
            <a:ext cx="294796" cy="294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351"/>
          </a:p>
        </p:txBody>
      </p:sp>
      <p:cxnSp>
        <p:nvCxnSpPr>
          <p:cNvPr id="7" name="Conector recto 6">
            <a:extLst>
              <a:ext uri="{FF2B5EF4-FFF2-40B4-BE49-F238E27FC236}">
                <a16:creationId xmlns:a16="http://schemas.microsoft.com/office/drawing/2014/main" id="{FF0FCBE2-3DBD-0281-D2F5-F0C94CE8BC2D}"/>
              </a:ext>
            </a:extLst>
          </p:cNvPr>
          <p:cNvCxnSpPr>
            <a:cxnSpLocks/>
          </p:cNvCxnSpPr>
          <p:nvPr userDrawn="1"/>
        </p:nvCxnSpPr>
        <p:spPr>
          <a:xfrm>
            <a:off x="6996223" y="4106486"/>
            <a:ext cx="41148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3" name="Marcador de título 1">
            <a:extLst>
              <a:ext uri="{FF2B5EF4-FFF2-40B4-BE49-F238E27FC236}">
                <a16:creationId xmlns:a16="http://schemas.microsoft.com/office/drawing/2014/main" id="{F586EB83-3340-7C71-15A1-A44304B30029}"/>
              </a:ext>
            </a:extLst>
          </p:cNvPr>
          <p:cNvSpPr>
            <a:spLocks noGrp="1"/>
          </p:cNvSpPr>
          <p:nvPr>
            <p:ph type="title" hasCustomPrompt="1"/>
          </p:nvPr>
        </p:nvSpPr>
        <p:spPr>
          <a:xfrm>
            <a:off x="6915809" y="2601411"/>
            <a:ext cx="4377817" cy="1306054"/>
          </a:xfrm>
          <a:prstGeom prst="rect">
            <a:avLst/>
          </a:prstGeom>
        </p:spPr>
        <p:txBody>
          <a:bodyPr vert="horz" lIns="91440" tIns="45720" rIns="91440" bIns="45720" rtlCol="0" anchor="ctr">
            <a:normAutofit/>
          </a:bodyPr>
          <a:lstStyle>
            <a:lvl1pPr>
              <a:defRPr b="1">
                <a:solidFill>
                  <a:schemeClr val="bg1"/>
                </a:solidFill>
                <a:latin typeface="Arial" panose="020B0604020202020204" pitchFamily="34" charset="0"/>
                <a:cs typeface="Arial" panose="020B0604020202020204" pitchFamily="34" charset="0"/>
              </a:defRPr>
            </a:lvl1pPr>
          </a:lstStyle>
          <a:p>
            <a:r>
              <a:rPr lang="es-MX" dirty="0"/>
              <a:t>Haz clic para modificar título</a:t>
            </a:r>
            <a:endParaRPr lang="es-CL" dirty="0"/>
          </a:p>
        </p:txBody>
      </p:sp>
      <p:sp>
        <p:nvSpPr>
          <p:cNvPr id="12" name="Holder 3">
            <a:extLst>
              <a:ext uri="{FF2B5EF4-FFF2-40B4-BE49-F238E27FC236}">
                <a16:creationId xmlns:a16="http://schemas.microsoft.com/office/drawing/2014/main" id="{3F9325FC-E030-BCB8-203E-374A8BE898B6}"/>
              </a:ext>
            </a:extLst>
          </p:cNvPr>
          <p:cNvSpPr>
            <a:spLocks noGrp="1"/>
          </p:cNvSpPr>
          <p:nvPr>
            <p:ph type="subTitle" idx="4"/>
          </p:nvPr>
        </p:nvSpPr>
        <p:spPr>
          <a:xfrm>
            <a:off x="6937285" y="4305507"/>
            <a:ext cx="4356341" cy="614285"/>
          </a:xfrm>
          <a:prstGeom prst="rect">
            <a:avLst/>
          </a:prstGeom>
        </p:spPr>
        <p:txBody>
          <a:bodyPr wrap="square" lIns="0" tIns="0" rIns="0" bIns="0">
            <a:spAutoFit/>
          </a:bodyPr>
          <a:lstStyle>
            <a:lvl1pPr>
              <a:defRPr sz="2400">
                <a:solidFill>
                  <a:schemeClr val="bg1"/>
                </a:solidFill>
                <a:latin typeface="Arial" panose="020B0604020202020204" pitchFamily="34" charset="0"/>
                <a:cs typeface="Arial" panose="020B0604020202020204" pitchFamily="34" charset="0"/>
              </a:defRPr>
            </a:lvl1pPr>
          </a:lstStyle>
          <a:p>
            <a:endParaRPr dirty="0"/>
          </a:p>
        </p:txBody>
      </p:sp>
      <p:pic>
        <p:nvPicPr>
          <p:cNvPr id="4" name="Imagen 3">
            <a:extLst>
              <a:ext uri="{FF2B5EF4-FFF2-40B4-BE49-F238E27FC236}">
                <a16:creationId xmlns:a16="http://schemas.microsoft.com/office/drawing/2014/main" id="{952E45F7-DBA7-0067-88AC-2B33C1A8CB98}"/>
              </a:ext>
            </a:extLst>
          </p:cNvPr>
          <p:cNvPicPr>
            <a:picLocks noChangeAspect="1"/>
          </p:cNvPicPr>
          <p:nvPr userDrawn="1"/>
        </p:nvPicPr>
        <p:blipFill>
          <a:blip r:embed="rId4"/>
          <a:stretch>
            <a:fillRect/>
          </a:stretch>
        </p:blipFill>
        <p:spPr>
          <a:xfrm>
            <a:off x="7168812" y="1206961"/>
            <a:ext cx="3375906" cy="542314"/>
          </a:xfrm>
          <a:prstGeom prst="rect">
            <a:avLst/>
          </a:prstGeom>
        </p:spPr>
      </p:pic>
    </p:spTree>
    <p:extLst>
      <p:ext uri="{BB962C8B-B14F-4D97-AF65-F5344CB8AC3E}">
        <p14:creationId xmlns:p14="http://schemas.microsoft.com/office/powerpoint/2010/main" val="393322572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INTERIOR 1">
    <p:spTree>
      <p:nvGrpSpPr>
        <p:cNvPr id="1" name=""/>
        <p:cNvGrpSpPr/>
        <p:nvPr/>
      </p:nvGrpSpPr>
      <p:grpSpPr>
        <a:xfrm>
          <a:off x="0" y="0"/>
          <a:ext cx="0" cy="0"/>
          <a:chOff x="0" y="0"/>
          <a:chExt cx="0" cy="0"/>
        </a:xfrm>
      </p:grpSpPr>
      <p:sp>
        <p:nvSpPr>
          <p:cNvPr id="6" name="Marcador de texto 26">
            <a:extLst>
              <a:ext uri="{FF2B5EF4-FFF2-40B4-BE49-F238E27FC236}">
                <a16:creationId xmlns:a16="http://schemas.microsoft.com/office/drawing/2014/main" id="{3387B960-FFF9-CB57-ACA9-C9E1213259F5}"/>
              </a:ext>
            </a:extLst>
          </p:cNvPr>
          <p:cNvSpPr>
            <a:spLocks noGrp="1"/>
          </p:cNvSpPr>
          <p:nvPr>
            <p:ph type="body" sz="quarter" idx="13" hasCustomPrompt="1"/>
          </p:nvPr>
        </p:nvSpPr>
        <p:spPr>
          <a:xfrm>
            <a:off x="654685" y="551041"/>
            <a:ext cx="4916775" cy="469685"/>
          </a:xfrm>
        </p:spPr>
        <p:txBody>
          <a:bodyPr>
            <a:noAutofit/>
          </a:bodyPr>
          <a:lstStyle>
            <a:lvl1pPr algn="l">
              <a:defRPr sz="3200" b="1">
                <a:solidFill>
                  <a:schemeClr val="tx1"/>
                </a:solidFill>
                <a:latin typeface="Arial" panose="020B0604020202020204" pitchFamily="34" charset="0"/>
                <a:cs typeface="Arial" panose="020B0604020202020204" pitchFamily="34" charset="0"/>
              </a:defRPr>
            </a:lvl1pPr>
          </a:lstStyle>
          <a:p>
            <a:r>
              <a:rPr lang="es-ES" dirty="0"/>
              <a:t>MODIFICAR TITULO</a:t>
            </a:r>
            <a:endParaRPr lang="es-CL" dirty="0"/>
          </a:p>
        </p:txBody>
      </p:sp>
      <p:sp>
        <p:nvSpPr>
          <p:cNvPr id="7" name="Marcador de texto 3">
            <a:extLst>
              <a:ext uri="{FF2B5EF4-FFF2-40B4-BE49-F238E27FC236}">
                <a16:creationId xmlns:a16="http://schemas.microsoft.com/office/drawing/2014/main" id="{149A11D1-EAA1-0BB7-CFE5-9056CB346D13}"/>
              </a:ext>
            </a:extLst>
          </p:cNvPr>
          <p:cNvSpPr>
            <a:spLocks noGrp="1"/>
          </p:cNvSpPr>
          <p:nvPr>
            <p:ph type="body" sz="quarter" idx="14" hasCustomPrompt="1"/>
          </p:nvPr>
        </p:nvSpPr>
        <p:spPr>
          <a:xfrm>
            <a:off x="640715" y="1137571"/>
            <a:ext cx="4930746" cy="553006"/>
          </a:xfrm>
        </p:spPr>
        <p:txBody>
          <a:bodyPr>
            <a:normAutofit/>
          </a:bodyPr>
          <a:lstStyle>
            <a:lvl1pPr>
              <a:defRPr sz="1400">
                <a:latin typeface="Arial" panose="020B0604020202020204" pitchFamily="34" charset="0"/>
                <a:cs typeface="Arial" panose="020B0604020202020204" pitchFamily="34" charset="0"/>
              </a:defRPr>
            </a:lvl1pPr>
          </a:lstStyle>
          <a:p>
            <a:r>
              <a:rPr lang="es-ES" dirty="0"/>
              <a:t>Haz clic para modificar o eliminar bajada</a:t>
            </a:r>
          </a:p>
          <a:p>
            <a:endParaRPr lang="es-ES" dirty="0"/>
          </a:p>
        </p:txBody>
      </p:sp>
      <p:sp>
        <p:nvSpPr>
          <p:cNvPr id="8" name="Rectángulo 7">
            <a:extLst>
              <a:ext uri="{FF2B5EF4-FFF2-40B4-BE49-F238E27FC236}">
                <a16:creationId xmlns:a16="http://schemas.microsoft.com/office/drawing/2014/main" id="{D4BF3825-8CDE-15D1-473C-F04253CD9789}"/>
              </a:ext>
            </a:extLst>
          </p:cNvPr>
          <p:cNvSpPr/>
          <p:nvPr userDrawn="1"/>
        </p:nvSpPr>
        <p:spPr>
          <a:xfrm>
            <a:off x="0" y="0"/>
            <a:ext cx="552893" cy="552893"/>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nvGrpSpPr>
          <p:cNvPr id="14" name="Grupo 13">
            <a:extLst>
              <a:ext uri="{FF2B5EF4-FFF2-40B4-BE49-F238E27FC236}">
                <a16:creationId xmlns:a16="http://schemas.microsoft.com/office/drawing/2014/main" id="{DBF54666-A2EC-90FE-7052-73357A52AE9A}"/>
              </a:ext>
            </a:extLst>
          </p:cNvPr>
          <p:cNvGrpSpPr/>
          <p:nvPr userDrawn="1"/>
        </p:nvGrpSpPr>
        <p:grpSpPr>
          <a:xfrm>
            <a:off x="10559057" y="6273209"/>
            <a:ext cx="1405082" cy="320986"/>
            <a:chOff x="8941676" y="5879067"/>
            <a:chExt cx="2618425" cy="598170"/>
          </a:xfrm>
        </p:grpSpPr>
        <p:sp>
          <p:nvSpPr>
            <p:cNvPr id="9" name="object 2">
              <a:extLst>
                <a:ext uri="{FF2B5EF4-FFF2-40B4-BE49-F238E27FC236}">
                  <a16:creationId xmlns:a16="http://schemas.microsoft.com/office/drawing/2014/main" id="{371A0572-EF4B-CA79-4539-AA0A2E4CD964}"/>
                </a:ext>
              </a:extLst>
            </p:cNvPr>
            <p:cNvSpPr/>
            <p:nvPr userDrawn="1"/>
          </p:nvSpPr>
          <p:spPr>
            <a:xfrm>
              <a:off x="8941676" y="5949980"/>
              <a:ext cx="1618615" cy="525145"/>
            </a:xfrm>
            <a:custGeom>
              <a:avLst/>
              <a:gdLst/>
              <a:ahLst/>
              <a:cxnLst/>
              <a:rect l="l" t="t" r="r" b="b"/>
              <a:pathLst>
                <a:path w="1618615" h="52514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w="1618615" h="52514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w="1618615" h="52514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w="1618615" h="52514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tx1"/>
            </a:solidFill>
          </p:spPr>
          <p:txBody>
            <a:bodyPr wrap="square" lIns="0" tIns="0" rIns="0" bIns="0" rtlCol="0"/>
            <a:lstStyle/>
            <a:p>
              <a:endParaRPr dirty="0"/>
            </a:p>
          </p:txBody>
        </p:sp>
        <p:sp>
          <p:nvSpPr>
            <p:cNvPr id="10" name="object 3">
              <a:extLst>
                <a:ext uri="{FF2B5EF4-FFF2-40B4-BE49-F238E27FC236}">
                  <a16:creationId xmlns:a16="http://schemas.microsoft.com/office/drawing/2014/main" id="{1BA993DD-B802-B0F6-BB6C-691D8C644DF2}"/>
                </a:ext>
              </a:extLst>
            </p:cNvPr>
            <p:cNvSpPr/>
            <p:nvPr userDrawn="1"/>
          </p:nvSpPr>
          <p:spPr>
            <a:xfrm>
              <a:off x="10672317" y="5994129"/>
              <a:ext cx="388620" cy="482600"/>
            </a:xfrm>
            <a:custGeom>
              <a:avLst/>
              <a:gdLst/>
              <a:ahLst/>
              <a:cxnLst/>
              <a:rect l="l" t="t" r="r" b="b"/>
              <a:pathLst>
                <a:path w="388619" h="482600">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p:spPr>
          <p:txBody>
            <a:bodyPr wrap="square" lIns="0" tIns="0" rIns="0" bIns="0" rtlCol="0"/>
            <a:lstStyle/>
            <a:p>
              <a:endParaRPr/>
            </a:p>
          </p:txBody>
        </p:sp>
        <p:grpSp>
          <p:nvGrpSpPr>
            <p:cNvPr id="11" name="object 4">
              <a:extLst>
                <a:ext uri="{FF2B5EF4-FFF2-40B4-BE49-F238E27FC236}">
                  <a16:creationId xmlns:a16="http://schemas.microsoft.com/office/drawing/2014/main" id="{C3421982-2587-852B-E105-195C0E7D9D9F}"/>
                </a:ext>
              </a:extLst>
            </p:cNvPr>
            <p:cNvGrpSpPr/>
            <p:nvPr userDrawn="1"/>
          </p:nvGrpSpPr>
          <p:grpSpPr>
            <a:xfrm>
              <a:off x="11114331" y="5879067"/>
              <a:ext cx="445770" cy="598170"/>
              <a:chOff x="18406074" y="10234089"/>
              <a:chExt cx="445770" cy="598170"/>
            </a:xfrm>
          </p:grpSpPr>
          <p:sp>
            <p:nvSpPr>
              <p:cNvPr id="12" name="object 5">
                <a:extLst>
                  <a:ext uri="{FF2B5EF4-FFF2-40B4-BE49-F238E27FC236}">
                    <a16:creationId xmlns:a16="http://schemas.microsoft.com/office/drawing/2014/main" id="{7422255E-C44F-6988-4785-AAC71FA19F3B}"/>
                  </a:ext>
                </a:extLst>
              </p:cNvPr>
              <p:cNvSpPr/>
              <p:nvPr/>
            </p:nvSpPr>
            <p:spPr>
              <a:xfrm>
                <a:off x="18406074" y="10341395"/>
                <a:ext cx="376555" cy="490855"/>
              </a:xfrm>
              <a:custGeom>
                <a:avLst/>
                <a:gdLst/>
                <a:ahLst/>
                <a:cxnLst/>
                <a:rect l="l" t="t" r="r" b="b"/>
                <a:pathLst>
                  <a:path w="376555" h="490854">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p:spPr>
            <p:txBody>
              <a:bodyPr wrap="square" lIns="0" tIns="0" rIns="0" bIns="0" rtlCol="0"/>
              <a:lstStyle/>
              <a:p>
                <a:endParaRPr/>
              </a:p>
            </p:txBody>
          </p:sp>
          <p:pic>
            <p:nvPicPr>
              <p:cNvPr id="13" name="object 6">
                <a:extLst>
                  <a:ext uri="{FF2B5EF4-FFF2-40B4-BE49-F238E27FC236}">
                    <a16:creationId xmlns:a16="http://schemas.microsoft.com/office/drawing/2014/main" id="{C9735AE4-9BC0-BA7F-18A3-3B4538726A97}"/>
                  </a:ext>
                </a:extLst>
              </p:cNvPr>
              <p:cNvPicPr/>
              <p:nvPr/>
            </p:nvPicPr>
            <p:blipFill>
              <a:blip r:embed="rId2" cstate="email">
                <a:extLst>
                  <a:ext uri="{28A0092B-C50C-407E-A947-70E740481C1C}">
                    <a14:useLocalDpi xmlns:a14="http://schemas.microsoft.com/office/drawing/2010/main"/>
                  </a:ext>
                </a:extLst>
              </a:blip>
              <a:stretch>
                <a:fillRect/>
              </a:stretch>
            </p:blipFill>
            <p:spPr>
              <a:xfrm>
                <a:off x="18739823" y="10234089"/>
                <a:ext cx="111954" cy="111944"/>
              </a:xfrm>
              <a:prstGeom prst="rect">
                <a:avLst/>
              </a:prstGeom>
            </p:spPr>
          </p:pic>
        </p:grpSp>
      </p:grpSp>
      <p:pic>
        <p:nvPicPr>
          <p:cNvPr id="3" name="Imagen 2">
            <a:extLst>
              <a:ext uri="{FF2B5EF4-FFF2-40B4-BE49-F238E27FC236}">
                <a16:creationId xmlns:a16="http://schemas.microsoft.com/office/drawing/2014/main" id="{0B8A2F42-00CA-3BF5-D8D0-4B68FE7E8824}"/>
              </a:ext>
            </a:extLst>
          </p:cNvPr>
          <p:cNvPicPr>
            <a:picLocks noChangeAspect="1"/>
          </p:cNvPicPr>
          <p:nvPr userDrawn="1"/>
        </p:nvPicPr>
        <p:blipFill>
          <a:blip r:embed="rId3"/>
          <a:stretch>
            <a:fillRect/>
          </a:stretch>
        </p:blipFill>
        <p:spPr>
          <a:xfrm rot="5400000">
            <a:off x="2714468" y="4342374"/>
            <a:ext cx="119408" cy="4238978"/>
          </a:xfrm>
          <a:prstGeom prst="rect">
            <a:avLst/>
          </a:prstGeom>
        </p:spPr>
      </p:pic>
    </p:spTree>
    <p:extLst>
      <p:ext uri="{BB962C8B-B14F-4D97-AF65-F5344CB8AC3E}">
        <p14:creationId xmlns:p14="http://schemas.microsoft.com/office/powerpoint/2010/main" val="3121633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41.xml"/><Relationship Id="rId21" Type="http://schemas.openxmlformats.org/officeDocument/2006/relationships/slideLayout" Target="../slideLayouts/slideLayout36.xml"/><Relationship Id="rId34" Type="http://schemas.openxmlformats.org/officeDocument/2006/relationships/slideLayout" Target="../slideLayouts/slideLayout49.xml"/><Relationship Id="rId42" Type="http://schemas.openxmlformats.org/officeDocument/2006/relationships/slideLayout" Target="../slideLayouts/slideLayout57.xml"/><Relationship Id="rId47" Type="http://schemas.openxmlformats.org/officeDocument/2006/relationships/slideLayout" Target="../slideLayouts/slideLayout62.xml"/><Relationship Id="rId50" Type="http://schemas.openxmlformats.org/officeDocument/2006/relationships/slideLayout" Target="../slideLayouts/slideLayout65.xml"/><Relationship Id="rId55" Type="http://schemas.openxmlformats.org/officeDocument/2006/relationships/slideLayout" Target="../slideLayouts/slideLayout70.xml"/><Relationship Id="rId63" Type="http://schemas.openxmlformats.org/officeDocument/2006/relationships/slideLayout" Target="../slideLayouts/slideLayout78.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9" Type="http://schemas.openxmlformats.org/officeDocument/2006/relationships/slideLayout" Target="../slideLayouts/slideLayout44.xml"/><Relationship Id="rId11" Type="http://schemas.openxmlformats.org/officeDocument/2006/relationships/slideLayout" Target="../slideLayouts/slideLayout26.xml"/><Relationship Id="rId24" Type="http://schemas.openxmlformats.org/officeDocument/2006/relationships/slideLayout" Target="../slideLayouts/slideLayout39.xml"/><Relationship Id="rId32" Type="http://schemas.openxmlformats.org/officeDocument/2006/relationships/slideLayout" Target="../slideLayouts/slideLayout47.xml"/><Relationship Id="rId37" Type="http://schemas.openxmlformats.org/officeDocument/2006/relationships/slideLayout" Target="../slideLayouts/slideLayout52.xml"/><Relationship Id="rId40" Type="http://schemas.openxmlformats.org/officeDocument/2006/relationships/slideLayout" Target="../slideLayouts/slideLayout55.xml"/><Relationship Id="rId45" Type="http://schemas.openxmlformats.org/officeDocument/2006/relationships/slideLayout" Target="../slideLayouts/slideLayout60.xml"/><Relationship Id="rId53" Type="http://schemas.openxmlformats.org/officeDocument/2006/relationships/slideLayout" Target="../slideLayouts/slideLayout68.xml"/><Relationship Id="rId58" Type="http://schemas.openxmlformats.org/officeDocument/2006/relationships/slideLayout" Target="../slideLayouts/slideLayout73.xml"/><Relationship Id="rId66" Type="http://schemas.openxmlformats.org/officeDocument/2006/relationships/theme" Target="../theme/theme2.xml"/><Relationship Id="rId5" Type="http://schemas.openxmlformats.org/officeDocument/2006/relationships/slideLayout" Target="../slideLayouts/slideLayout20.xml"/><Relationship Id="rId61" Type="http://schemas.openxmlformats.org/officeDocument/2006/relationships/slideLayout" Target="../slideLayouts/slideLayout76.xml"/><Relationship Id="rId19" Type="http://schemas.openxmlformats.org/officeDocument/2006/relationships/slideLayout" Target="../slideLayouts/slideLayout34.xml"/><Relationship Id="rId14" Type="http://schemas.openxmlformats.org/officeDocument/2006/relationships/slideLayout" Target="../slideLayouts/slideLayout29.xml"/><Relationship Id="rId22" Type="http://schemas.openxmlformats.org/officeDocument/2006/relationships/slideLayout" Target="../slideLayouts/slideLayout37.xml"/><Relationship Id="rId27" Type="http://schemas.openxmlformats.org/officeDocument/2006/relationships/slideLayout" Target="../slideLayouts/slideLayout42.xml"/><Relationship Id="rId30" Type="http://schemas.openxmlformats.org/officeDocument/2006/relationships/slideLayout" Target="../slideLayouts/slideLayout45.xml"/><Relationship Id="rId35" Type="http://schemas.openxmlformats.org/officeDocument/2006/relationships/slideLayout" Target="../slideLayouts/slideLayout50.xml"/><Relationship Id="rId43" Type="http://schemas.openxmlformats.org/officeDocument/2006/relationships/slideLayout" Target="../slideLayouts/slideLayout58.xml"/><Relationship Id="rId48" Type="http://schemas.openxmlformats.org/officeDocument/2006/relationships/slideLayout" Target="../slideLayouts/slideLayout63.xml"/><Relationship Id="rId56" Type="http://schemas.openxmlformats.org/officeDocument/2006/relationships/slideLayout" Target="../slideLayouts/slideLayout71.xml"/><Relationship Id="rId64" Type="http://schemas.openxmlformats.org/officeDocument/2006/relationships/slideLayout" Target="../slideLayouts/slideLayout79.xml"/><Relationship Id="rId8" Type="http://schemas.openxmlformats.org/officeDocument/2006/relationships/slideLayout" Target="../slideLayouts/slideLayout23.xml"/><Relationship Id="rId51" Type="http://schemas.openxmlformats.org/officeDocument/2006/relationships/slideLayout" Target="../slideLayouts/slideLayout66.xml"/><Relationship Id="rId3" Type="http://schemas.openxmlformats.org/officeDocument/2006/relationships/slideLayout" Target="../slideLayouts/slideLayout18.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slideLayout" Target="../slideLayouts/slideLayout40.xml"/><Relationship Id="rId33" Type="http://schemas.openxmlformats.org/officeDocument/2006/relationships/slideLayout" Target="../slideLayouts/slideLayout48.xml"/><Relationship Id="rId38" Type="http://schemas.openxmlformats.org/officeDocument/2006/relationships/slideLayout" Target="../slideLayouts/slideLayout53.xml"/><Relationship Id="rId46" Type="http://schemas.openxmlformats.org/officeDocument/2006/relationships/slideLayout" Target="../slideLayouts/slideLayout61.xml"/><Relationship Id="rId59" Type="http://schemas.openxmlformats.org/officeDocument/2006/relationships/slideLayout" Target="../slideLayouts/slideLayout74.xml"/><Relationship Id="rId20" Type="http://schemas.openxmlformats.org/officeDocument/2006/relationships/slideLayout" Target="../slideLayouts/slideLayout35.xml"/><Relationship Id="rId41" Type="http://schemas.openxmlformats.org/officeDocument/2006/relationships/slideLayout" Target="../slideLayouts/slideLayout56.xml"/><Relationship Id="rId54" Type="http://schemas.openxmlformats.org/officeDocument/2006/relationships/slideLayout" Target="../slideLayouts/slideLayout69.xml"/><Relationship Id="rId62" Type="http://schemas.openxmlformats.org/officeDocument/2006/relationships/slideLayout" Target="../slideLayouts/slideLayout7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28" Type="http://schemas.openxmlformats.org/officeDocument/2006/relationships/slideLayout" Target="../slideLayouts/slideLayout43.xml"/><Relationship Id="rId36" Type="http://schemas.openxmlformats.org/officeDocument/2006/relationships/slideLayout" Target="../slideLayouts/slideLayout51.xml"/><Relationship Id="rId49" Type="http://schemas.openxmlformats.org/officeDocument/2006/relationships/slideLayout" Target="../slideLayouts/slideLayout64.xml"/><Relationship Id="rId57" Type="http://schemas.openxmlformats.org/officeDocument/2006/relationships/slideLayout" Target="../slideLayouts/slideLayout72.xml"/><Relationship Id="rId10" Type="http://schemas.openxmlformats.org/officeDocument/2006/relationships/slideLayout" Target="../slideLayouts/slideLayout25.xml"/><Relationship Id="rId31" Type="http://schemas.openxmlformats.org/officeDocument/2006/relationships/slideLayout" Target="../slideLayouts/slideLayout46.xml"/><Relationship Id="rId44" Type="http://schemas.openxmlformats.org/officeDocument/2006/relationships/slideLayout" Target="../slideLayouts/slideLayout59.xml"/><Relationship Id="rId52" Type="http://schemas.openxmlformats.org/officeDocument/2006/relationships/slideLayout" Target="../slideLayouts/slideLayout67.xml"/><Relationship Id="rId60" Type="http://schemas.openxmlformats.org/officeDocument/2006/relationships/slideLayout" Target="../slideLayouts/slideLayout75.xml"/><Relationship Id="rId65" Type="http://schemas.openxmlformats.org/officeDocument/2006/relationships/slideLayout" Target="../slideLayouts/slideLayout80.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3" Type="http://schemas.openxmlformats.org/officeDocument/2006/relationships/slideLayout" Target="../slideLayouts/slideLayout28.xml"/><Relationship Id="rId18" Type="http://schemas.openxmlformats.org/officeDocument/2006/relationships/slideLayout" Target="../slideLayouts/slideLayout33.xml"/><Relationship Id="rId3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E93E0A-5177-400C-87C9-C93AF466EC49}" type="datetimeFigureOut">
              <a:rPr lang="en-US" dirty="0"/>
              <a:t>5/24/2026</a:t>
            </a:fld>
            <a:endParaRPr lang="en-US" dirty="0"/>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917615-2DB4-4DAA-9DE3-B2B689A846E0}" type="slidenum">
              <a:rPr lang="en-US" dirty="0"/>
              <a:t>‹Nº›</a:t>
            </a:fld>
            <a:endParaRPr lang="en-US" dirty="0"/>
          </a:p>
        </p:txBody>
      </p:sp>
    </p:spTree>
    <p:extLst>
      <p:ext uri="{BB962C8B-B14F-4D97-AF65-F5344CB8AC3E}">
        <p14:creationId xmlns:p14="http://schemas.microsoft.com/office/powerpoint/2010/main" val="2769708505"/>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 id="2147483754" r:id="rId12"/>
    <p:sldLayoutId id="2147483755" r:id="rId13"/>
    <p:sldLayoutId id="2147483756" r:id="rId14"/>
    <p:sldLayoutId id="2147483757" r:id="rId1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8" name="Conector recto 7">
            <a:extLst>
              <a:ext uri="{FF2B5EF4-FFF2-40B4-BE49-F238E27FC236}">
                <a16:creationId xmlns:a16="http://schemas.microsoft.com/office/drawing/2014/main" id="{5FBAF5C3-82B6-427E-5D2E-900A2D90AD99}"/>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Marcador de título 1">
            <a:extLst>
              <a:ext uri="{FF2B5EF4-FFF2-40B4-BE49-F238E27FC236}">
                <a16:creationId xmlns:a16="http://schemas.microsoft.com/office/drawing/2014/main" id="{301AA792-727F-F91C-6564-A882FAF11ED4}"/>
              </a:ext>
            </a:extLst>
          </p:cNvPr>
          <p:cNvSpPr>
            <a:spLocks noGrp="1"/>
          </p:cNvSpPr>
          <p:nvPr>
            <p:ph type="title"/>
          </p:nvPr>
        </p:nvSpPr>
        <p:spPr>
          <a:xfrm>
            <a:off x="603504" y="351270"/>
            <a:ext cx="10981137" cy="1239720"/>
          </a:xfrm>
          <a:prstGeom prst="rect">
            <a:avLst/>
          </a:prstGeom>
          <a:solidFill>
            <a:schemeClr val="bg1"/>
          </a:solidFill>
        </p:spPr>
        <p:txBody>
          <a:bodyPr vert="horz" lIns="91440" tIns="45720" rIns="91440" bIns="137160" rtlCol="0" anchor="b">
            <a:normAutofit/>
          </a:bodyPr>
          <a:lstStyle/>
          <a:p>
            <a:pPr rtl="0"/>
            <a:r>
              <a:rPr lang="es"/>
              <a:t>Haga clic para modificar el estilo de título del patrón</a:t>
            </a:r>
            <a:endParaRPr lang="en-US"/>
          </a:p>
        </p:txBody>
      </p:sp>
      <p:sp>
        <p:nvSpPr>
          <p:cNvPr id="3" name="Marcador de texto 2">
            <a:extLst>
              <a:ext uri="{FF2B5EF4-FFF2-40B4-BE49-F238E27FC236}">
                <a16:creationId xmlns:a16="http://schemas.microsoft.com/office/drawing/2014/main" id="{3390A246-77A4-EC4C-28B8-90388BB8E78F}"/>
              </a:ext>
            </a:extLst>
          </p:cNvPr>
          <p:cNvSpPr>
            <a:spLocks noGrp="1"/>
          </p:cNvSpPr>
          <p:nvPr>
            <p:ph type="body" idx="1"/>
          </p:nvPr>
        </p:nvSpPr>
        <p:spPr>
          <a:xfrm>
            <a:off x="605431" y="1745956"/>
            <a:ext cx="10981137" cy="3983463"/>
          </a:xfrm>
          <a:prstGeom prst="rect">
            <a:avLst/>
          </a:prstGeom>
        </p:spPr>
        <p:txBody>
          <a:bodyPr vert="horz" lIns="91440" tIns="45720" rIns="91440" bIns="45720" rtlCol="0">
            <a:normAutofit/>
          </a:body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pie de página 4">
            <a:extLst>
              <a:ext uri="{FF2B5EF4-FFF2-40B4-BE49-F238E27FC236}">
                <a16:creationId xmlns:a16="http://schemas.microsoft.com/office/drawing/2014/main" id="{D3EF6714-5B6F-439F-4173-D51823712315}"/>
              </a:ext>
            </a:extLst>
          </p:cNvPr>
          <p:cNvSpPr>
            <a:spLocks noGrp="1"/>
          </p:cNvSpPr>
          <p:nvPr>
            <p:ph type="ftr" sz="quarter" idx="3"/>
          </p:nvPr>
        </p:nvSpPr>
        <p:spPr>
          <a:xfrm>
            <a:off x="605430" y="6029868"/>
            <a:ext cx="1911096" cy="365125"/>
          </a:xfrm>
          <a:prstGeom prst="rect">
            <a:avLst/>
          </a:prstGeom>
          <a:solidFill>
            <a:schemeClr val="bg1"/>
          </a:solidFill>
        </p:spPr>
        <p:txBody>
          <a:bodyPr vert="horz" lIns="91440" tIns="45720" rIns="91440" bIns="45720" rtlCol="0" anchor="ctr"/>
          <a:lstStyle>
            <a:lvl1pPr algn="l">
              <a:defRPr sz="900" b="1" cap="all" spc="60" baseline="0">
                <a:solidFill>
                  <a:schemeClr val="tx2"/>
                </a:solidFill>
              </a:defRPr>
            </a:lvl1pPr>
          </a:lstStyle>
          <a:p>
            <a:pPr rtl="0"/>
            <a:r>
              <a:rPr lang="es"/>
              <a:t>Ejemplo de Texto de pie de página</a:t>
            </a:r>
          </a:p>
        </p:txBody>
      </p:sp>
      <p:sp>
        <p:nvSpPr>
          <p:cNvPr id="4" name="Marcador de fecha 3">
            <a:extLst>
              <a:ext uri="{FF2B5EF4-FFF2-40B4-BE49-F238E27FC236}">
                <a16:creationId xmlns:a16="http://schemas.microsoft.com/office/drawing/2014/main" id="{BF9842E6-B4ED-431B-B1A0-22352BA620AE}"/>
              </a:ext>
            </a:extLst>
          </p:cNvPr>
          <p:cNvSpPr>
            <a:spLocks noGrp="1"/>
          </p:cNvSpPr>
          <p:nvPr>
            <p:ph type="dt" sz="half" idx="2"/>
          </p:nvPr>
        </p:nvSpPr>
        <p:spPr>
          <a:xfrm>
            <a:off x="10058400" y="6029868"/>
            <a:ext cx="1182686"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pPr rtl="0"/>
            <a:r>
              <a:rPr lang="en-US"/>
              <a:t>11/8/2025</a:t>
            </a:r>
          </a:p>
        </p:txBody>
      </p:sp>
      <p:sp>
        <p:nvSpPr>
          <p:cNvPr id="6" name="Marcador de número de diapositiva 5">
            <a:extLst>
              <a:ext uri="{FF2B5EF4-FFF2-40B4-BE49-F238E27FC236}">
                <a16:creationId xmlns:a16="http://schemas.microsoft.com/office/drawing/2014/main" id="{156743A1-0EE5-84FA-44EE-3CDDB793AAC4}"/>
              </a:ext>
            </a:extLst>
          </p:cNvPr>
          <p:cNvSpPr>
            <a:spLocks noGrp="1"/>
          </p:cNvSpPr>
          <p:nvPr>
            <p:ph type="sldNum" sz="quarter" idx="4"/>
          </p:nvPr>
        </p:nvSpPr>
        <p:spPr>
          <a:xfrm>
            <a:off x="11233434" y="6029868"/>
            <a:ext cx="429372"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pPr rtl="0"/>
            <a:fld id="{27F8DDA4-3B80-4E8A-A8F5-521F73BF9127}" type="slidenum">
              <a:rPr lang="en-US" smtClean="0"/>
              <a:t>‹Nº›</a:t>
            </a:fld>
            <a:endParaRPr lang="en-US"/>
          </a:p>
        </p:txBody>
      </p:sp>
    </p:spTree>
    <p:extLst>
      <p:ext uri="{BB962C8B-B14F-4D97-AF65-F5344CB8AC3E}">
        <p14:creationId xmlns:p14="http://schemas.microsoft.com/office/powerpoint/2010/main" val="29326209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Lst>
  <p:hf hdr="0"/>
  <p:txStyles>
    <p:titleStyle>
      <a:lvl1pPr marL="0" algn="l" defTabSz="914400" rtl="0" eaLnBrk="1" latinLnBrk="0" hangingPunct="1">
        <a:lnSpc>
          <a:spcPct val="100000"/>
        </a:lnSpc>
        <a:spcBef>
          <a:spcPct val="0"/>
        </a:spcBef>
        <a:spcAft>
          <a:spcPts val="0"/>
        </a:spcAft>
        <a:buNone/>
        <a:defRPr sz="2800" kern="1200" cap="all" baseline="0">
          <a:solidFill>
            <a:schemeClr val="accent5"/>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864" userDrawn="1">
          <p15:clr>
            <a:srgbClr val="F26B43"/>
          </p15:clr>
        </p15:guide>
        <p15:guide id="3" pos="432" userDrawn="1">
          <p15:clr>
            <a:srgbClr val="F26B43"/>
          </p15:clr>
        </p15:guide>
        <p15:guide id="4" orient="horz" pos="3912" userDrawn="1">
          <p15:clr>
            <a:srgbClr val="F26B43"/>
          </p15:clr>
        </p15:guide>
        <p15:guide id="5" orient="horz" pos="3504" userDrawn="1">
          <p15:clr>
            <a:srgbClr val="F26B43"/>
          </p15:clr>
        </p15:guide>
        <p15:guide id="6" orient="horz" pos="3024" userDrawn="1">
          <p15:clr>
            <a:srgbClr val="F26B43"/>
          </p15:clr>
        </p15:guide>
        <p15:guide id="7" orient="horz" pos="2592" userDrawn="1">
          <p15:clr>
            <a:srgbClr val="F26B43"/>
          </p15:clr>
        </p15:guide>
        <p15:guide id="8" orient="horz" pos="1728" userDrawn="1">
          <p15:clr>
            <a:srgbClr val="F26B43"/>
          </p15:clr>
        </p15:guide>
        <p15:guide id="9" orient="horz" pos="1296" userDrawn="1">
          <p15:clr>
            <a:srgbClr val="F26B43"/>
          </p15:clr>
        </p15:guide>
        <p15:guide id="10" orient="horz" pos="864" userDrawn="1">
          <p15:clr>
            <a:srgbClr val="F26B43"/>
          </p15:clr>
        </p15:guide>
        <p15:guide id="11" orient="horz" pos="432" userDrawn="1">
          <p15:clr>
            <a:srgbClr val="F26B43"/>
          </p15:clr>
        </p15:guide>
        <p15:guide id="12" pos="1296" userDrawn="1">
          <p15:clr>
            <a:srgbClr val="F26B43"/>
          </p15:clr>
        </p15:guide>
        <p15:guide id="13" pos="1728" userDrawn="1">
          <p15:clr>
            <a:srgbClr val="F26B43"/>
          </p15:clr>
        </p15:guide>
        <p15:guide id="18" pos="2160" userDrawn="1">
          <p15:clr>
            <a:srgbClr val="F26B43"/>
          </p15:clr>
        </p15:guide>
        <p15:guide id="20" pos="5520" userDrawn="1">
          <p15:clr>
            <a:srgbClr val="F26B43"/>
          </p15:clr>
        </p15:guide>
        <p15:guide id="21" pos="5952" userDrawn="1">
          <p15:clr>
            <a:srgbClr val="F26B43"/>
          </p15:clr>
        </p15:guide>
        <p15:guide id="22" pos="6384" userDrawn="1">
          <p15:clr>
            <a:srgbClr val="F26B43"/>
          </p15:clr>
        </p15:guide>
        <p15:guide id="24" pos="6816" userDrawn="1">
          <p15:clr>
            <a:srgbClr val="F26B43"/>
          </p15:clr>
        </p15:guide>
        <p15:guide id="25" pos="7248" userDrawn="1">
          <p15:clr>
            <a:srgbClr val="F26B43"/>
          </p15:clr>
        </p15:guide>
        <p15:guide id="26" pos="5088" userDrawn="1">
          <p15:clr>
            <a:srgbClr val="F26B43"/>
          </p15:clr>
        </p15:guide>
        <p15:guide id="27" pos="4656" userDrawn="1">
          <p15:clr>
            <a:srgbClr val="F26B43"/>
          </p15:clr>
        </p15:guide>
        <p15:guide id="28" pos="4224" userDrawn="1">
          <p15:clr>
            <a:srgbClr val="F26B43"/>
          </p15:clr>
        </p15:guide>
        <p15:guide id="29" pos="2592" userDrawn="1">
          <p15:clr>
            <a:srgbClr val="F26B43"/>
          </p15:clr>
        </p15:guide>
        <p15:guide id="30" pos="3024" userDrawn="1">
          <p15:clr>
            <a:srgbClr val="F26B43"/>
          </p15:clr>
        </p15:guide>
        <p15:guide id="31" pos="3456" userDrawn="1">
          <p15:clr>
            <a:srgbClr val="F26B43"/>
          </p15:clr>
        </p15:guide>
        <p15:guide id="32" orient="horz" pos="64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8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54685" y="551041"/>
            <a:ext cx="9346535" cy="469685"/>
          </a:xfrm>
        </p:spPr>
        <p:txBody>
          <a:bodyPr vert="horz" lIns="91440" tIns="45720" rIns="91440" bIns="45720" rtlCol="0" anchor="t">
            <a:noAutofit/>
          </a:bodyPr>
          <a:lstStyle/>
          <a:p>
            <a:pPr marL="0" indent="0">
              <a:lnSpc>
                <a:spcPct val="100000"/>
              </a:lnSpc>
              <a:spcBef>
                <a:spcPct val="0"/>
              </a:spcBef>
              <a:buNone/>
            </a:pPr>
            <a:r>
              <a:rPr lang="en-US" sz="2800" b="0" cap="all" dirty="0" err="1">
                <a:solidFill>
                  <a:srgbClr val="6E7868"/>
                </a:solidFill>
                <a:latin typeface="Oswald SemiBold"/>
                <a:cs typeface="Arial"/>
              </a:rPr>
              <a:t>Portada</a:t>
            </a:r>
            <a:r>
              <a:rPr lang="en-US" sz="2800" b="0" cap="all" dirty="0">
                <a:solidFill>
                  <a:srgbClr val="6E7868"/>
                </a:solidFill>
                <a:latin typeface="Oswald SemiBold"/>
                <a:cs typeface="Arial"/>
              </a:rPr>
              <a:t> </a:t>
            </a:r>
            <a:r>
              <a:rPr lang="en-US" sz="2800" b="0" cap="all" dirty="0" err="1">
                <a:solidFill>
                  <a:srgbClr val="6E7868"/>
                </a:solidFill>
                <a:latin typeface="Oswald SemiBold"/>
                <a:cs typeface="Arial"/>
              </a:rPr>
              <a:t>académica</a:t>
            </a:r>
            <a:r>
              <a:rPr lang="en-US" sz="2800" b="0" cap="all" dirty="0">
                <a:solidFill>
                  <a:srgbClr val="6E7868"/>
                </a:solidFill>
                <a:latin typeface="Oswald SemiBold"/>
                <a:cs typeface="Arial"/>
              </a:rPr>
              <a:t> del </a:t>
            </a:r>
            <a:r>
              <a:rPr lang="en-US" sz="2800" b="0" cap="all" dirty="0" err="1">
                <a:solidFill>
                  <a:srgbClr val="6E7868"/>
                </a:solidFill>
                <a:latin typeface="Oswald SemiBold"/>
                <a:cs typeface="Arial"/>
              </a:rPr>
              <a:t>proyecto</a:t>
            </a:r>
            <a:endParaRPr lang="en-US" sz="2800" b="0" dirty="0" err="1">
              <a:solidFill>
                <a:srgbClr val="131313"/>
              </a:solidFill>
              <a:latin typeface="Oswald SemiBold"/>
              <a:cs typeface="Arial"/>
            </a:endParaRPr>
          </a:p>
          <a:p>
            <a:pPr marL="0" indent="0">
              <a:buNone/>
            </a:pPr>
            <a:endParaRPr lang="es-MX" dirty="0"/>
          </a:p>
        </p:txBody>
      </p:sp>
      <p:sp>
        <p:nvSpPr>
          <p:cNvPr id="3" name="Marcador de texto 2">
            <a:extLst>
              <a:ext uri="{FF2B5EF4-FFF2-40B4-BE49-F238E27FC236}">
                <a16:creationId xmlns:a16="http://schemas.microsoft.com/office/drawing/2014/main" id="{E4EF0026-D2A1-FEC2-6E09-DE4B8D3DE528}"/>
              </a:ext>
            </a:extLst>
          </p:cNvPr>
          <p:cNvSpPr>
            <a:spLocks noGrp="1"/>
          </p:cNvSpPr>
          <p:nvPr>
            <p:ph type="body" sz="quarter" idx="14"/>
          </p:nvPr>
        </p:nvSpPr>
        <p:spPr>
          <a:xfrm>
            <a:off x="650875" y="1137571"/>
            <a:ext cx="11524586" cy="4586526"/>
          </a:xfrm>
        </p:spPr>
        <p:txBody>
          <a:bodyPr vert="horz" lIns="91440" tIns="45720" rIns="91440" bIns="45720" rtlCol="0" anchor="t">
            <a:normAutofit/>
          </a:bodyPr>
          <a:lstStyle/>
          <a:p>
            <a:pPr>
              <a:spcBef>
                <a:spcPts val="2500"/>
              </a:spcBef>
            </a:pPr>
            <a:r>
              <a:rPr lang="en-US" sz="1800" b="1" dirty="0" err="1">
                <a:latin typeface="Univers Condensed Light"/>
              </a:rPr>
              <a:t>Función</a:t>
            </a:r>
            <a:r>
              <a:rPr lang="en-US" sz="1800" b="1" dirty="0">
                <a:latin typeface="Univers Condensed Light"/>
              </a:rPr>
              <a:t> de la </a:t>
            </a:r>
            <a:r>
              <a:rPr lang="en-US" sz="1800" b="1" dirty="0" err="1">
                <a:latin typeface="Univers Condensed Light"/>
              </a:rPr>
              <a:t>portada</a:t>
            </a:r>
            <a:endParaRPr lang="en-US" sz="1800" dirty="0" err="1">
              <a:latin typeface="Univers Condensed Light"/>
            </a:endParaRPr>
          </a:p>
          <a:p>
            <a:pPr lvl="1"/>
            <a:r>
              <a:rPr lang="en-US" sz="1800" dirty="0">
                <a:latin typeface="Univers Condensed Light"/>
              </a:rPr>
              <a:t>La </a:t>
            </a:r>
            <a:r>
              <a:rPr lang="en-US" sz="1800" dirty="0" err="1">
                <a:latin typeface="Univers Condensed Light"/>
              </a:rPr>
              <a:t>portada</a:t>
            </a:r>
            <a:r>
              <a:rPr lang="en-US" sz="1800" dirty="0">
                <a:latin typeface="Univers Condensed Light"/>
              </a:rPr>
              <a:t> </a:t>
            </a:r>
            <a:r>
              <a:rPr lang="en-US" sz="1800" dirty="0" err="1">
                <a:latin typeface="Univers Condensed Light"/>
              </a:rPr>
              <a:t>identifica</a:t>
            </a:r>
            <a:r>
              <a:rPr lang="en-US" sz="1800" dirty="0">
                <a:latin typeface="Univers Condensed Light"/>
              </a:rPr>
              <a:t> y </a:t>
            </a:r>
            <a:r>
              <a:rPr lang="en-US" sz="1800" dirty="0" err="1">
                <a:latin typeface="Univers Condensed Light"/>
              </a:rPr>
              <a:t>contextualiza</a:t>
            </a:r>
            <a:r>
              <a:rPr lang="en-US" sz="1800" dirty="0">
                <a:latin typeface="Univers Condensed Light"/>
              </a:rPr>
              <a:t> </a:t>
            </a:r>
            <a:r>
              <a:rPr lang="en-US" sz="1800" dirty="0" err="1">
                <a:latin typeface="Univers Condensed Light"/>
              </a:rPr>
              <a:t>el</a:t>
            </a:r>
            <a:r>
              <a:rPr lang="en-US" sz="1800" dirty="0">
                <a:latin typeface="Univers Condensed Light"/>
              </a:rPr>
              <a:t> </a:t>
            </a:r>
            <a:r>
              <a:rPr lang="en-US" sz="1800" dirty="0" err="1">
                <a:latin typeface="Univers Condensed Light"/>
              </a:rPr>
              <a:t>proyecto</a:t>
            </a:r>
            <a:r>
              <a:rPr lang="en-US" sz="1800" dirty="0">
                <a:latin typeface="Univers Condensed Light"/>
              </a:rPr>
              <a:t> con </a:t>
            </a:r>
            <a:r>
              <a:rPr lang="en-US" sz="1800" dirty="0" err="1">
                <a:latin typeface="Univers Condensed Light"/>
              </a:rPr>
              <a:t>formalidad</a:t>
            </a:r>
            <a:r>
              <a:rPr lang="en-US" sz="1800" dirty="0">
                <a:latin typeface="Univers Condensed Light"/>
              </a:rPr>
              <a:t> y </a:t>
            </a:r>
            <a:r>
              <a:rPr lang="en-US" sz="1800" dirty="0" err="1">
                <a:latin typeface="Univers Condensed Light"/>
              </a:rPr>
              <a:t>claridad</a:t>
            </a:r>
            <a:r>
              <a:rPr lang="en-US" sz="1800" dirty="0">
                <a:latin typeface="Univers Condensed Light"/>
              </a:rPr>
              <a:t> para </a:t>
            </a:r>
            <a:r>
              <a:rPr lang="en-US" sz="1800" dirty="0" err="1">
                <a:latin typeface="Univers Condensed Light"/>
              </a:rPr>
              <a:t>establecer</a:t>
            </a:r>
            <a:r>
              <a:rPr lang="en-US" sz="1800" dirty="0">
                <a:latin typeface="Univers Condensed Light"/>
              </a:rPr>
              <a:t> un </a:t>
            </a:r>
            <a:r>
              <a:rPr lang="en-US" sz="1800" dirty="0" err="1">
                <a:latin typeface="Univers Condensed Light"/>
              </a:rPr>
              <a:t>estándar</a:t>
            </a:r>
            <a:r>
              <a:rPr lang="en-US" sz="1800" dirty="0">
                <a:latin typeface="Univers Condensed Light"/>
              </a:rPr>
              <a:t> </a:t>
            </a:r>
            <a:r>
              <a:rPr lang="en-US" sz="1800" dirty="0" err="1">
                <a:latin typeface="Univers Condensed Light"/>
              </a:rPr>
              <a:t>académico</a:t>
            </a:r>
            <a:r>
              <a:rPr lang="en-US" sz="1800" dirty="0">
                <a:latin typeface="Univers Condensed Light"/>
              </a:rPr>
              <a:t> </a:t>
            </a:r>
            <a:r>
              <a:rPr lang="en-US" sz="1800" dirty="0" err="1">
                <a:latin typeface="Univers Condensed Light"/>
              </a:rPr>
              <a:t>profesional</a:t>
            </a:r>
            <a:r>
              <a:rPr lang="en-US" sz="1800" dirty="0">
                <a:latin typeface="Univers Condensed Light"/>
              </a:rPr>
              <a:t>.</a:t>
            </a:r>
          </a:p>
          <a:p>
            <a:pPr>
              <a:spcBef>
                <a:spcPts val="2500"/>
              </a:spcBef>
            </a:pPr>
            <a:r>
              <a:rPr lang="en-US" sz="1800" b="1" dirty="0" err="1">
                <a:latin typeface="Univers Condensed Light"/>
              </a:rPr>
              <a:t>Elementos</a:t>
            </a:r>
            <a:r>
              <a:rPr lang="en-US" sz="1800" b="1" dirty="0">
                <a:latin typeface="Univers Condensed Light"/>
              </a:rPr>
              <a:t> </a:t>
            </a:r>
            <a:r>
              <a:rPr lang="en-US" sz="1800" b="1" dirty="0" err="1">
                <a:latin typeface="Univers Condensed Light"/>
              </a:rPr>
              <a:t>esenciales</a:t>
            </a:r>
            <a:endParaRPr lang="en-US" sz="1800" dirty="0" err="1">
              <a:latin typeface="Univers Condensed Light"/>
            </a:endParaRPr>
          </a:p>
          <a:p>
            <a:pPr lvl="1"/>
            <a:r>
              <a:rPr lang="en-US" sz="1800" dirty="0" err="1">
                <a:latin typeface="Univers Condensed Light"/>
              </a:rPr>
              <a:t>Incluye</a:t>
            </a:r>
            <a:r>
              <a:rPr lang="en-US" sz="1800" dirty="0">
                <a:latin typeface="Univers Condensed Light"/>
              </a:rPr>
              <a:t> </a:t>
            </a:r>
            <a:r>
              <a:rPr lang="en-US" sz="1800" dirty="0" err="1">
                <a:latin typeface="Univers Condensed Light"/>
              </a:rPr>
              <a:t>asignatura</a:t>
            </a:r>
            <a:r>
              <a:rPr lang="en-US" sz="1800" dirty="0">
                <a:latin typeface="Univers Condensed Light"/>
              </a:rPr>
              <a:t>, </a:t>
            </a:r>
            <a:r>
              <a:rPr lang="en-US" sz="1800" dirty="0" err="1">
                <a:latin typeface="Univers Condensed Light"/>
              </a:rPr>
              <a:t>título</a:t>
            </a:r>
            <a:r>
              <a:rPr lang="en-US" sz="1800" dirty="0">
                <a:latin typeface="Univers Condensed Light"/>
              </a:rPr>
              <a:t> de </a:t>
            </a:r>
            <a:r>
              <a:rPr lang="en-US" sz="1800" dirty="0" err="1">
                <a:latin typeface="Univers Condensed Light"/>
              </a:rPr>
              <a:t>experiencia</a:t>
            </a:r>
            <a:r>
              <a:rPr lang="en-US" sz="1800" dirty="0">
                <a:latin typeface="Univers Condensed Light"/>
              </a:rPr>
              <a:t>, </a:t>
            </a:r>
            <a:r>
              <a:rPr lang="en-US" sz="1800" dirty="0" err="1">
                <a:latin typeface="Univers Condensed Light"/>
              </a:rPr>
              <a:t>nombre</a:t>
            </a:r>
            <a:r>
              <a:rPr lang="en-US" sz="1800" dirty="0">
                <a:latin typeface="Univers Condensed Light"/>
              </a:rPr>
              <a:t> del </a:t>
            </a:r>
            <a:r>
              <a:rPr lang="en-US" sz="1800" dirty="0" err="1">
                <a:latin typeface="Univers Condensed Light"/>
              </a:rPr>
              <a:t>caso</a:t>
            </a:r>
            <a:r>
              <a:rPr lang="en-US" sz="1800" dirty="0">
                <a:latin typeface="Univers Condensed Light"/>
              </a:rPr>
              <a:t>, </a:t>
            </a:r>
            <a:r>
              <a:rPr lang="en-US" sz="1800" dirty="0" err="1">
                <a:latin typeface="Univers Condensed Light"/>
              </a:rPr>
              <a:t>integrantes</a:t>
            </a:r>
            <a:r>
              <a:rPr lang="en-US" sz="1800" dirty="0">
                <a:latin typeface="Univers Condensed Light"/>
              </a:rPr>
              <a:t>, </a:t>
            </a:r>
            <a:r>
              <a:rPr lang="en-US" sz="1800" dirty="0" err="1">
                <a:latin typeface="Univers Condensed Light"/>
              </a:rPr>
              <a:t>sección</a:t>
            </a:r>
            <a:r>
              <a:rPr lang="en-US" sz="1800" dirty="0">
                <a:latin typeface="Univers Condensed Light"/>
              </a:rPr>
              <a:t> y </a:t>
            </a:r>
            <a:r>
              <a:rPr lang="en-US" sz="1800" dirty="0" err="1">
                <a:latin typeface="Univers Condensed Light"/>
              </a:rPr>
              <a:t>fecha</a:t>
            </a:r>
            <a:r>
              <a:rPr lang="en-US" sz="1800" dirty="0">
                <a:latin typeface="Univers Condensed Light"/>
              </a:rPr>
              <a:t> para </a:t>
            </a:r>
            <a:r>
              <a:rPr lang="en-US" sz="1800" dirty="0" err="1">
                <a:latin typeface="Univers Condensed Light"/>
              </a:rPr>
              <a:t>organización</a:t>
            </a:r>
            <a:r>
              <a:rPr lang="en-US" sz="1800" dirty="0">
                <a:latin typeface="Univers Condensed Light"/>
              </a:rPr>
              <a:t> y </a:t>
            </a:r>
            <a:r>
              <a:rPr lang="en-US" sz="1800" dirty="0" err="1">
                <a:latin typeface="Univers Condensed Light"/>
              </a:rPr>
              <a:t>atribución</a:t>
            </a:r>
            <a:r>
              <a:rPr lang="en-US" sz="1800" dirty="0">
                <a:latin typeface="Univers Condensed Light"/>
              </a:rPr>
              <a:t>.</a:t>
            </a:r>
          </a:p>
          <a:p>
            <a:pPr>
              <a:spcBef>
                <a:spcPts val="2500"/>
              </a:spcBef>
            </a:pPr>
            <a:r>
              <a:rPr lang="en-US" sz="1800" b="1" dirty="0" err="1">
                <a:latin typeface="Univers Condensed Light"/>
              </a:rPr>
              <a:t>Diseño</a:t>
            </a:r>
            <a:r>
              <a:rPr lang="en-US" sz="1800" b="1" dirty="0">
                <a:latin typeface="Univers Condensed Light"/>
              </a:rPr>
              <a:t> visual</a:t>
            </a:r>
            <a:endParaRPr lang="en-US" sz="1800" dirty="0">
              <a:latin typeface="Univers Condensed Light"/>
            </a:endParaRPr>
          </a:p>
          <a:p>
            <a:pPr lvl="1"/>
            <a:r>
              <a:rPr lang="en-US" sz="1800" dirty="0">
                <a:latin typeface="Univers Condensed Light"/>
              </a:rPr>
              <a:t>Uso de </a:t>
            </a:r>
            <a:r>
              <a:rPr lang="en-US" sz="1800" dirty="0" err="1">
                <a:latin typeface="Univers Condensed Light"/>
              </a:rPr>
              <a:t>colores</a:t>
            </a:r>
            <a:r>
              <a:rPr lang="en-US" sz="1800" dirty="0">
                <a:latin typeface="Univers Condensed Light"/>
              </a:rPr>
              <a:t> </a:t>
            </a:r>
            <a:r>
              <a:rPr lang="en-US" sz="1800" dirty="0" err="1">
                <a:latin typeface="Univers Condensed Light"/>
              </a:rPr>
              <a:t>sobrios</a:t>
            </a:r>
            <a:r>
              <a:rPr lang="en-US" sz="1800" dirty="0">
                <a:latin typeface="Univers Condensed Light"/>
              </a:rPr>
              <a:t>, </a:t>
            </a:r>
            <a:r>
              <a:rPr lang="en-US" sz="1800" dirty="0" err="1">
                <a:latin typeface="Univers Condensed Light"/>
              </a:rPr>
              <a:t>tipografía</a:t>
            </a:r>
            <a:r>
              <a:rPr lang="en-US" sz="1800" dirty="0">
                <a:latin typeface="Univers Condensed Light"/>
              </a:rPr>
              <a:t> legible y </a:t>
            </a:r>
            <a:r>
              <a:rPr lang="en-US" sz="1800" dirty="0" err="1">
                <a:latin typeface="Univers Condensed Light"/>
              </a:rPr>
              <a:t>espacios</a:t>
            </a:r>
            <a:r>
              <a:rPr lang="en-US" sz="1800" dirty="0">
                <a:latin typeface="Univers Condensed Light"/>
              </a:rPr>
              <a:t> </a:t>
            </a:r>
            <a:r>
              <a:rPr lang="en-US" sz="1800" dirty="0" err="1">
                <a:latin typeface="Univers Condensed Light"/>
              </a:rPr>
              <a:t>en</a:t>
            </a:r>
            <a:r>
              <a:rPr lang="en-US" sz="1800" dirty="0">
                <a:latin typeface="Univers Condensed Light"/>
              </a:rPr>
              <a:t> </a:t>
            </a:r>
            <a:r>
              <a:rPr lang="en-US" sz="1800" dirty="0" err="1">
                <a:latin typeface="Univers Condensed Light"/>
              </a:rPr>
              <a:t>blanco</a:t>
            </a:r>
            <a:r>
              <a:rPr lang="en-US" sz="1800" dirty="0">
                <a:latin typeface="Univers Condensed Light"/>
              </a:rPr>
              <a:t> para </a:t>
            </a:r>
            <a:r>
              <a:rPr lang="en-US" sz="1800" dirty="0" err="1">
                <a:latin typeface="Univers Condensed Light"/>
              </a:rPr>
              <a:t>claridad</a:t>
            </a:r>
            <a:r>
              <a:rPr lang="en-US" sz="1800" dirty="0">
                <a:latin typeface="Univers Condensed Light"/>
              </a:rPr>
              <a:t>  visual.</a:t>
            </a:r>
          </a:p>
          <a:p>
            <a:pPr>
              <a:spcBef>
                <a:spcPts val="2500"/>
              </a:spcBef>
            </a:pPr>
            <a:r>
              <a:rPr lang="en-US" sz="1800" b="1" dirty="0" err="1">
                <a:latin typeface="Univers Condensed Light"/>
              </a:rPr>
              <a:t>Importancia</a:t>
            </a:r>
            <a:r>
              <a:rPr lang="en-US" sz="1800" b="1" dirty="0">
                <a:latin typeface="Univers Condensed Light"/>
              </a:rPr>
              <a:t> </a:t>
            </a:r>
            <a:r>
              <a:rPr lang="en-US" sz="1800" b="1" dirty="0" err="1">
                <a:latin typeface="Univers Condensed Light"/>
              </a:rPr>
              <a:t>académica</a:t>
            </a:r>
            <a:endParaRPr lang="en-US" sz="1800" dirty="0" err="1">
              <a:latin typeface="Univers Condensed Light"/>
            </a:endParaRPr>
          </a:p>
          <a:p>
            <a:pPr lvl="1"/>
            <a:r>
              <a:rPr lang="en-US" sz="1800" dirty="0">
                <a:latin typeface="Univers Condensed Light"/>
              </a:rPr>
              <a:t>La </a:t>
            </a:r>
            <a:r>
              <a:rPr lang="en-US" sz="1800" dirty="0" err="1">
                <a:latin typeface="Univers Condensed Light"/>
              </a:rPr>
              <a:t>portada</a:t>
            </a:r>
            <a:r>
              <a:rPr lang="en-US" sz="1800" dirty="0">
                <a:latin typeface="Univers Condensed Light"/>
              </a:rPr>
              <a:t> </a:t>
            </a:r>
            <a:r>
              <a:rPr lang="en-US" sz="1800" dirty="0" err="1">
                <a:latin typeface="Univers Condensed Light"/>
              </a:rPr>
              <a:t>impacta</a:t>
            </a:r>
            <a:r>
              <a:rPr lang="en-US" sz="1800" dirty="0">
                <a:latin typeface="Univers Condensed Light"/>
              </a:rPr>
              <a:t> </a:t>
            </a:r>
            <a:r>
              <a:rPr lang="en-US" sz="1800" dirty="0" err="1">
                <a:latin typeface="Univers Condensed Light"/>
              </a:rPr>
              <a:t>en</a:t>
            </a:r>
            <a:r>
              <a:rPr lang="en-US" sz="1800" dirty="0">
                <a:latin typeface="Univers Condensed Light"/>
              </a:rPr>
              <a:t> la </a:t>
            </a:r>
            <a:r>
              <a:rPr lang="en-US" sz="1800" dirty="0" err="1">
                <a:latin typeface="Univers Condensed Light"/>
              </a:rPr>
              <a:t>evaluación</a:t>
            </a:r>
            <a:r>
              <a:rPr lang="en-US" sz="1800" dirty="0">
                <a:latin typeface="Univers Condensed Light"/>
              </a:rPr>
              <a:t> y </a:t>
            </a:r>
            <a:r>
              <a:rPr lang="en-US" sz="1800" dirty="0" err="1">
                <a:latin typeface="Univers Condensed Light"/>
              </a:rPr>
              <a:t>refleja</a:t>
            </a:r>
            <a:r>
              <a:rPr lang="en-US" sz="1800" dirty="0">
                <a:latin typeface="Univers Condensed Light"/>
              </a:rPr>
              <a:t> la </a:t>
            </a:r>
            <a:r>
              <a:rPr lang="en-US" sz="1800" dirty="0" err="1">
                <a:latin typeface="Univers Condensed Light"/>
              </a:rPr>
              <a:t>calidad</a:t>
            </a:r>
            <a:r>
              <a:rPr lang="en-US" sz="1800" dirty="0">
                <a:latin typeface="Univers Condensed Light"/>
              </a:rPr>
              <a:t> y </a:t>
            </a:r>
            <a:r>
              <a:rPr lang="en-US" sz="1800" dirty="0" err="1">
                <a:latin typeface="Univers Condensed Light"/>
              </a:rPr>
              <a:t>seriedad</a:t>
            </a:r>
            <a:r>
              <a:rPr lang="en-US" sz="1800" dirty="0">
                <a:latin typeface="Univers Condensed Light"/>
              </a:rPr>
              <a:t> del </a:t>
            </a:r>
            <a:r>
              <a:rPr lang="en-US" sz="1800" dirty="0" err="1">
                <a:latin typeface="Univers Condensed Light"/>
              </a:rPr>
              <a:t>trabajo</a:t>
            </a:r>
            <a:r>
              <a:rPr lang="en-US" sz="1800" dirty="0">
                <a:latin typeface="Univers Condensed Light"/>
              </a:rPr>
              <a:t> </a:t>
            </a:r>
            <a:r>
              <a:rPr lang="en-US" sz="1800" dirty="0" err="1">
                <a:latin typeface="Univers Condensed Light"/>
              </a:rPr>
              <a:t>presentado</a:t>
            </a:r>
            <a:r>
              <a:rPr lang="en-US" sz="1800" dirty="0">
                <a:latin typeface="Univers Condensed Light"/>
              </a:rPr>
              <a:t>.</a:t>
            </a:r>
          </a:p>
          <a:p>
            <a:endParaRPr lang="es-CL" dirty="0"/>
          </a:p>
        </p:txBody>
      </p:sp>
      <p:sp>
        <p:nvSpPr>
          <p:cNvPr id="4" name="Title 1">
            <a:extLst>
              <a:ext uri="{FF2B5EF4-FFF2-40B4-BE49-F238E27FC236}">
                <a16:creationId xmlns:a16="http://schemas.microsoft.com/office/drawing/2014/main" id="{F7442F0D-0960-124B-1E52-45DF8D646FA4}"/>
              </a:ext>
            </a:extLst>
          </p:cNvPr>
          <p:cNvSpPr txBox="1">
            <a:spLocks/>
          </p:cNvSpPr>
          <p:nvPr/>
        </p:nvSpPr>
        <p:spPr>
          <a:xfrm>
            <a:off x="118671" y="4009567"/>
            <a:ext cx="11730813" cy="1920533"/>
          </a:xfrm>
          <a:prstGeom prst="rect">
            <a:avLst/>
          </a:prstGeom>
          <a:solidFill>
            <a:srgbClr val="92D050"/>
          </a:solidFill>
        </p:spPr>
        <p:txBody>
          <a:bodyPr vert="horz" lIns="182880" tIns="45720" rIns="91440" bIns="91440" rtlCol="0" anchor="ctr">
            <a:normAutofit/>
          </a:bodyPr>
          <a:lstStyle>
            <a:defPPr>
              <a:defRPr lang="en-US"/>
            </a:defPPr>
            <a:lvl1pPr marL="0" algn="l" defTabSz="914400" rtl="0" eaLnBrk="1" latinLnBrk="0" hangingPunct="1">
              <a:lnSpc>
                <a:spcPct val="80000"/>
              </a:lnSpc>
              <a:spcBef>
                <a:spcPct val="0"/>
              </a:spcBef>
              <a:spcAft>
                <a:spcPts val="0"/>
              </a:spcAft>
              <a:buNone/>
              <a:defRPr lang="en-US" sz="6800" kern="1200" cap="all" baseline="0" dirty="0">
                <a:solidFill>
                  <a:schemeClr val="accent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i="1">
                <a:solidFill>
                  <a:srgbClr val="002060"/>
                </a:solidFill>
              </a:rPr>
              <a:t>Plantilla  </a:t>
            </a:r>
            <a:r>
              <a:rPr lang="es-ES" i="1" err="1">
                <a:solidFill>
                  <a:srgbClr val="002060"/>
                </a:solidFill>
              </a:rPr>
              <a:t>caso</a:t>
            </a:r>
            <a:r>
              <a:rPr lang="es-ES" i="1">
                <a:solidFill>
                  <a:srgbClr val="002060"/>
                </a:solidFill>
              </a:rPr>
              <a:t> Biblioteca</a:t>
            </a:r>
          </a:p>
        </p:txBody>
      </p:sp>
    </p:spTree>
    <p:extLst>
      <p:ext uri="{BB962C8B-B14F-4D97-AF65-F5344CB8AC3E}">
        <p14:creationId xmlns:p14="http://schemas.microsoft.com/office/powerpoint/2010/main" val="317106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Educación en E-Learning">
            <a:extLst>
              <a:ext uri="{FF2B5EF4-FFF2-40B4-BE49-F238E27FC236}">
                <a16:creationId xmlns:a16="http://schemas.microsoft.com/office/drawing/2014/main" id="{2EBA7675-4D28-4257-B312-FDB5CBC2C62A}"/>
              </a:ext>
            </a:extLst>
          </p:cNvPr>
          <p:cNvPicPr>
            <a:picLocks noChangeAspect="1"/>
          </p:cNvPicPr>
          <p:nvPr/>
        </p:nvPicPr>
        <p:blipFill>
          <a:blip r:embed="rId3"/>
          <a:stretch>
            <a:fillRect/>
          </a:stretch>
        </p:blipFill>
        <p:spPr>
          <a:xfrm>
            <a:off x="774521" y="1845260"/>
            <a:ext cx="5323690" cy="3995291"/>
          </a:xfrm>
          <a:prstGeom prst="rect">
            <a:avLst/>
          </a:prstGeom>
        </p:spPr>
      </p:pic>
      <p:sp>
        <p:nvSpPr>
          <p:cNvPr id="3" name="Subtitle 2">
            <a:extLst>
              <a:ext uri="{FF2B5EF4-FFF2-40B4-BE49-F238E27FC236}">
                <a16:creationId xmlns:a16="http://schemas.microsoft.com/office/drawing/2014/main" id="{A3FCDFDC-84FB-724B-5B66-70485F5D1841}"/>
              </a:ext>
            </a:extLst>
          </p:cNvPr>
          <p:cNvSpPr>
            <a:spLocks noGrp="1"/>
          </p:cNvSpPr>
          <p:nvPr>
            <p:ph type="body" sz="quarter" idx="13"/>
          </p:nvPr>
        </p:nvSpPr>
        <p:spPr>
          <a:xfrm>
            <a:off x="7068605" y="1964022"/>
            <a:ext cx="4916775" cy="1539513"/>
          </a:xfrm>
        </p:spPr>
        <p:txBody>
          <a:bodyPr anchor="b">
            <a:normAutofit fontScale="25000" lnSpcReduction="20000"/>
          </a:bodyPr>
          <a:lstStyle/>
          <a:p>
            <a:pPr algn="l"/>
            <a:r>
              <a:rPr lang="en-US" dirty="0" err="1"/>
              <a:t>Aplicación</a:t>
            </a:r>
            <a:r>
              <a:rPr lang="en-US" dirty="0"/>
              <a:t> </a:t>
            </a:r>
            <a:r>
              <a:rPr lang="en-US" dirty="0" err="1"/>
              <a:t>práctica</a:t>
            </a:r>
            <a:r>
              <a:rPr lang="en-US" dirty="0"/>
              <a:t> </a:t>
            </a:r>
            <a:r>
              <a:rPr lang="en-US" dirty="0" err="1"/>
              <a:t>en</a:t>
            </a:r>
            <a:r>
              <a:rPr lang="en-US" dirty="0"/>
              <a:t> </a:t>
            </a:r>
            <a:r>
              <a:rPr lang="en-US" dirty="0" err="1"/>
              <a:t>sistema</a:t>
            </a:r>
            <a:r>
              <a:rPr lang="en-US" dirty="0"/>
              <a:t> de </a:t>
            </a:r>
            <a:r>
              <a:rPr lang="en-US" dirty="0" err="1"/>
              <a:t>gestión</a:t>
            </a:r>
            <a:r>
              <a:rPr lang="en-US" dirty="0"/>
              <a:t> </a:t>
            </a:r>
            <a:r>
              <a:rPr lang="en-US" dirty="0" err="1"/>
              <a:t>bibliotecaria</a:t>
            </a:r>
            <a:r>
              <a:rPr lang="en-US" dirty="0"/>
              <a:t> </a:t>
            </a:r>
            <a:r>
              <a:rPr lang="en-US" dirty="0" err="1"/>
              <a:t>unilib</a:t>
            </a:r>
            <a:endParaRPr lang="es-ES" dirty="0" err="1"/>
          </a:p>
          <a:p>
            <a:pPr algn="l"/>
            <a:endParaRPr lang="en-US"/>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r>
              <a:rPr lang="en-US" sz="7200" dirty="0" err="1">
                <a:solidFill>
                  <a:srgbClr val="0070C0"/>
                </a:solidFill>
                <a:latin typeface="Avenir Next LT Pro"/>
                <a:ea typeface="Calibri"/>
                <a:cs typeface="Calibri"/>
              </a:rPr>
              <a:t>Estudiantes</a:t>
            </a:r>
            <a:r>
              <a:rPr lang="en-US" sz="7200" dirty="0">
                <a:solidFill>
                  <a:srgbClr val="0070C0"/>
                </a:solidFill>
                <a:latin typeface="Avenir Next LT Pro"/>
                <a:ea typeface="Calibri"/>
                <a:cs typeface="Calibri"/>
              </a:rPr>
              <a:t>:</a:t>
            </a:r>
          </a:p>
          <a:p>
            <a:pPr marL="285750" indent="-285750" algn="l">
              <a:buFont typeface="Arial" panose="020B0604020202020204" pitchFamily="34" charset="0"/>
              <a:buChar char="•"/>
            </a:pPr>
            <a:r>
              <a:rPr lang="en-US" sz="7200" b="1">
                <a:solidFill>
                  <a:srgbClr val="0070C0"/>
                </a:solidFill>
                <a:latin typeface="Avenir Next LT Pro"/>
                <a:ea typeface="Calibri"/>
                <a:cs typeface="Arial"/>
              </a:rPr>
              <a:t>INTEGRANTE </a:t>
            </a:r>
            <a:r>
              <a:rPr lang="en-US" sz="7200" b="1" cap="all">
                <a:solidFill>
                  <a:srgbClr val="0070C0"/>
                </a:solidFill>
                <a:latin typeface="Avenir Next LT Pro"/>
                <a:ea typeface="Calibri"/>
                <a:cs typeface="Arial"/>
              </a:rPr>
              <a:t>1</a:t>
            </a:r>
            <a:endParaRPr lang="es-ES" sz="7200" b="1">
              <a:solidFill>
                <a:srgbClr val="0070C0"/>
              </a:solidFill>
              <a:latin typeface="Avenir Next LT Pro"/>
              <a:ea typeface="Calibri"/>
              <a:cs typeface="Arial"/>
            </a:endParaRPr>
          </a:p>
          <a:p>
            <a:pPr marL="285750" indent="-285750" algn="l">
              <a:buFont typeface="Arial" panose="020B0604020202020204" pitchFamily="34" charset="0"/>
              <a:buChar char="•"/>
            </a:pPr>
            <a:r>
              <a:rPr lang="en-US" sz="7200" b="1">
                <a:solidFill>
                  <a:srgbClr val="0070C0"/>
                </a:solidFill>
                <a:latin typeface="Avenir Next LT Pro"/>
                <a:ea typeface="Calibri"/>
                <a:cs typeface="Arial"/>
              </a:rPr>
              <a:t>INTEGRANTE 2</a:t>
            </a:r>
            <a:endParaRPr lang="en-US" sz="7200">
              <a:solidFill>
                <a:srgbClr val="0070C0"/>
              </a:solidFill>
              <a:latin typeface="Avenir Next LT Pro"/>
              <a:ea typeface="Calibri"/>
              <a:cs typeface="Arial"/>
            </a:endParaRPr>
          </a:p>
          <a:p>
            <a:pPr marL="285750" indent="-285750" algn="l">
              <a:buFont typeface="Arial" panose="020B0604020202020204" pitchFamily="34" charset="0"/>
              <a:buChar char="•"/>
            </a:pPr>
            <a:r>
              <a:rPr lang="en-US" sz="7200" b="1">
                <a:solidFill>
                  <a:srgbClr val="0070C0"/>
                </a:solidFill>
                <a:latin typeface="Avenir Next LT Pro"/>
                <a:ea typeface="Calibri"/>
                <a:cs typeface="Arial"/>
              </a:rPr>
              <a:t>INTEGRANTE 3</a:t>
            </a:r>
            <a:endParaRPr lang="en-US" sz="7200">
              <a:solidFill>
                <a:srgbClr val="0070C0"/>
              </a:solidFill>
              <a:latin typeface="Avenir Next LT Pro"/>
            </a:endParaRPr>
          </a:p>
        </p:txBody>
      </p:sp>
      <p:sp>
        <p:nvSpPr>
          <p:cNvPr id="2" name="Title 1">
            <a:extLst>
              <a:ext uri="{FF2B5EF4-FFF2-40B4-BE49-F238E27FC236}">
                <a16:creationId xmlns:a16="http://schemas.microsoft.com/office/drawing/2014/main" id="{D5E40124-CC80-0E3B-3902-40D6C38988A3}"/>
              </a:ext>
            </a:extLst>
          </p:cNvPr>
          <p:cNvSpPr>
            <a:spLocks noGrp="1"/>
          </p:cNvSpPr>
          <p:nvPr>
            <p:ph type="ctrTitle" idx="4294967295"/>
          </p:nvPr>
        </p:nvSpPr>
        <p:spPr>
          <a:xfrm>
            <a:off x="-1566" y="294149"/>
            <a:ext cx="11905923" cy="1547215"/>
          </a:xfrm>
        </p:spPr>
        <p:txBody>
          <a:bodyPr anchor="b">
            <a:normAutofit fontScale="90000"/>
          </a:bodyPr>
          <a:lstStyle/>
          <a:p>
            <a:pPr algn="ctr"/>
            <a:r>
              <a:rPr lang="en-US" sz="5300" dirty="0">
                <a:solidFill>
                  <a:srgbClr val="002060"/>
                </a:solidFill>
              </a:rPr>
              <a:t>Ingeniería de Software </a:t>
            </a:r>
            <a:br>
              <a:rPr lang="en-US" sz="5300" dirty="0">
                <a:solidFill>
                  <a:srgbClr val="002060"/>
                </a:solidFill>
              </a:rPr>
            </a:br>
            <a:r>
              <a:rPr lang="en-US" sz="5300" dirty="0" err="1">
                <a:solidFill>
                  <a:srgbClr val="002060"/>
                </a:solidFill>
              </a:rPr>
              <a:t>Experiencia</a:t>
            </a:r>
            <a:r>
              <a:rPr lang="en-US" sz="5300" dirty="0">
                <a:solidFill>
                  <a:srgbClr val="002060"/>
                </a:solidFill>
              </a:rPr>
              <a:t> 1: Caso </a:t>
            </a:r>
            <a:r>
              <a:rPr lang="en-US" sz="5300" dirty="0" err="1">
                <a:solidFill>
                  <a:srgbClr val="002060"/>
                </a:solidFill>
              </a:rPr>
              <a:t>unilib</a:t>
            </a:r>
            <a:r>
              <a:rPr lang="en-US" sz="5300" dirty="0">
                <a:solidFill>
                  <a:srgbClr val="002060"/>
                </a:solidFill>
              </a:rPr>
              <a:t> Biblioteca</a:t>
            </a:r>
            <a:endParaRPr lang="es-ES"/>
          </a:p>
        </p:txBody>
      </p:sp>
      <p:sp>
        <p:nvSpPr>
          <p:cNvPr id="6" name="Slide Number Placeholder 5">
            <a:extLst>
              <a:ext uri="{FF2B5EF4-FFF2-40B4-BE49-F238E27FC236}">
                <a16:creationId xmlns:a16="http://schemas.microsoft.com/office/drawing/2014/main" id="{77CC54FB-33DC-A584-0FB8-A4B2B3155425}"/>
              </a:ext>
            </a:extLst>
          </p:cNvPr>
          <p:cNvSpPr>
            <a:spLocks noGrp="1"/>
          </p:cNvSpPr>
          <p:nvPr>
            <p:ph type="sldNum" sz="quarter" idx="4294967295"/>
          </p:nvPr>
        </p:nvSpPr>
        <p:spPr>
          <a:xfrm>
            <a:off x="0" y="508000"/>
            <a:ext cx="428625" cy="365125"/>
          </a:xfrm>
        </p:spPr>
        <p:txBody>
          <a:bodyPr anchor="ctr">
            <a:normAutofit/>
          </a:bodyPr>
          <a:lstStyle/>
          <a:p>
            <a:pPr rtl="0">
              <a:spcAft>
                <a:spcPts val="600"/>
              </a:spcAft>
            </a:pPr>
            <a:fld id="{27F8DDA4-3B80-4E8A-A8F5-521F73BF9127}" type="slidenum">
              <a:rPr lang="en-US" smtClean="0"/>
              <a:pPr rtl="0">
                <a:spcAft>
                  <a:spcPts val="600"/>
                </a:spcAft>
              </a:pPr>
              <a:t>2</a:t>
            </a:fld>
            <a:endParaRPr lang="en-US"/>
          </a:p>
        </p:txBody>
      </p:sp>
      <p:sp>
        <p:nvSpPr>
          <p:cNvPr id="5" name="Date Placeholder 4">
            <a:extLst>
              <a:ext uri="{FF2B5EF4-FFF2-40B4-BE49-F238E27FC236}">
                <a16:creationId xmlns:a16="http://schemas.microsoft.com/office/drawing/2014/main" id="{F323058D-0EAD-4690-231F-8723D3C80A9F}"/>
              </a:ext>
            </a:extLst>
          </p:cNvPr>
          <p:cNvSpPr>
            <a:spLocks noGrp="1"/>
          </p:cNvSpPr>
          <p:nvPr>
            <p:ph type="dt" sz="half" idx="4294967295"/>
          </p:nvPr>
        </p:nvSpPr>
        <p:spPr>
          <a:xfrm>
            <a:off x="0" y="508000"/>
            <a:ext cx="1203325" cy="365125"/>
          </a:xfrm>
        </p:spPr>
        <p:txBody>
          <a:bodyPr anchor="ctr">
            <a:normAutofit/>
          </a:bodyPr>
          <a:lstStyle/>
          <a:p>
            <a:pPr rtl="0">
              <a:spcAft>
                <a:spcPts val="600"/>
              </a:spcAft>
            </a:pPr>
            <a:r>
              <a:rPr lang="en-US"/>
              <a:t>11/8/2025</a:t>
            </a:r>
          </a:p>
        </p:txBody>
      </p:sp>
      <p:sp>
        <p:nvSpPr>
          <p:cNvPr id="4" name="Footer Placeholder 3">
            <a:extLst>
              <a:ext uri="{FF2B5EF4-FFF2-40B4-BE49-F238E27FC236}">
                <a16:creationId xmlns:a16="http://schemas.microsoft.com/office/drawing/2014/main" id="{97C26B95-BC98-66F2-05D4-00F5BF155BD5}"/>
              </a:ext>
            </a:extLst>
          </p:cNvPr>
          <p:cNvSpPr>
            <a:spLocks noGrp="1"/>
          </p:cNvSpPr>
          <p:nvPr>
            <p:ph type="ftr" sz="quarter" idx="4294967295"/>
          </p:nvPr>
        </p:nvSpPr>
        <p:spPr>
          <a:xfrm>
            <a:off x="10704513" y="6267450"/>
            <a:ext cx="1487487" cy="479425"/>
          </a:xfrm>
        </p:spPr>
        <p:txBody>
          <a:bodyPr anchor="t">
            <a:normAutofit/>
          </a:bodyPr>
          <a:lstStyle/>
          <a:p>
            <a:pPr rtl="0">
              <a:spcAft>
                <a:spcPts val="600"/>
              </a:spcAft>
            </a:pPr>
            <a:r>
              <a:rPr lang="es"/>
              <a:t>Ejemplo de texto de pie de página</a:t>
            </a:r>
          </a:p>
        </p:txBody>
      </p:sp>
      <p:sp>
        <p:nvSpPr>
          <p:cNvPr id="9" name="CuadroTexto 8">
            <a:extLst>
              <a:ext uri="{FF2B5EF4-FFF2-40B4-BE49-F238E27FC236}">
                <a16:creationId xmlns:a16="http://schemas.microsoft.com/office/drawing/2014/main" id="{21D104B5-E3B6-8A62-AEBC-39E6017FABD6}"/>
              </a:ext>
            </a:extLst>
          </p:cNvPr>
          <p:cNvSpPr txBox="1"/>
          <p:nvPr/>
        </p:nvSpPr>
        <p:spPr>
          <a:xfrm>
            <a:off x="7069947" y="3706550"/>
            <a:ext cx="6096000"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2085"/>
              </a:lnSpc>
            </a:pPr>
            <a:r>
              <a:rPr lang="en-US" sz="1600" b="1" dirty="0" err="1">
                <a:solidFill>
                  <a:srgbClr val="0070C0"/>
                </a:solidFill>
                <a:latin typeface="Avenir Next LT Pro"/>
                <a:ea typeface="Calibri"/>
                <a:cs typeface="Calibri"/>
              </a:rPr>
              <a:t>Sede</a:t>
            </a:r>
            <a:r>
              <a:rPr lang="en-US" sz="1600" b="1" dirty="0">
                <a:solidFill>
                  <a:srgbClr val="0070C0"/>
                </a:solidFill>
                <a:latin typeface="Avenir Next LT Pro"/>
                <a:ea typeface="Calibri"/>
                <a:cs typeface="Calibri"/>
              </a:rPr>
              <a:t>: San Bernardo</a:t>
            </a:r>
          </a:p>
          <a:p>
            <a:pPr>
              <a:lnSpc>
                <a:spcPts val="2085"/>
              </a:lnSpc>
            </a:pPr>
            <a:endParaRPr lang="en-US" sz="1600" b="1" dirty="0">
              <a:solidFill>
                <a:srgbClr val="0070C0"/>
              </a:solidFill>
              <a:latin typeface="Avenir Next LT Pro"/>
              <a:ea typeface="Calibri"/>
              <a:cs typeface="Calibri"/>
            </a:endParaRPr>
          </a:p>
          <a:p>
            <a:pPr>
              <a:lnSpc>
                <a:spcPts val="2085"/>
              </a:lnSpc>
            </a:pPr>
            <a:r>
              <a:rPr lang="en-US" sz="1600" b="1">
                <a:solidFill>
                  <a:srgbClr val="0070C0"/>
                </a:solidFill>
                <a:latin typeface="Avenir Next LT Pro"/>
                <a:ea typeface="Calibri"/>
                <a:cs typeface="Calibri"/>
              </a:rPr>
              <a:t>Carrera: </a:t>
            </a:r>
            <a:endParaRPr lang="en-US"/>
          </a:p>
          <a:p>
            <a:pPr>
              <a:lnSpc>
                <a:spcPts val="2085"/>
              </a:lnSpc>
            </a:pPr>
            <a:r>
              <a:rPr lang="en-US" sz="1600" b="1" dirty="0" err="1">
                <a:solidFill>
                  <a:srgbClr val="0070C0"/>
                </a:solidFill>
                <a:latin typeface="Avenir Next LT Pro"/>
                <a:ea typeface="Calibri"/>
                <a:cs typeface="Calibri"/>
              </a:rPr>
              <a:t>ingeniería</a:t>
            </a:r>
            <a:r>
              <a:rPr lang="en-US" sz="1600" b="1" dirty="0">
                <a:solidFill>
                  <a:srgbClr val="0070C0"/>
                </a:solidFill>
                <a:latin typeface="Avenir Next LT Pro"/>
                <a:ea typeface="Calibri"/>
                <a:cs typeface="Calibri"/>
              </a:rPr>
              <a:t> </a:t>
            </a:r>
            <a:r>
              <a:rPr lang="en-US" sz="1600" b="1" dirty="0" err="1">
                <a:solidFill>
                  <a:srgbClr val="0070C0"/>
                </a:solidFill>
                <a:latin typeface="Avenir Next LT Pro"/>
                <a:ea typeface="Calibri"/>
                <a:cs typeface="Calibri"/>
              </a:rPr>
              <a:t>en</a:t>
            </a:r>
            <a:r>
              <a:rPr lang="en-US" sz="1600" b="1" dirty="0">
                <a:solidFill>
                  <a:srgbClr val="0070C0"/>
                </a:solidFill>
                <a:latin typeface="Avenir Next LT Pro"/>
                <a:ea typeface="Calibri"/>
                <a:cs typeface="Calibri"/>
              </a:rPr>
              <a:t> </a:t>
            </a:r>
            <a:r>
              <a:rPr lang="en-US" sz="1600" b="1" dirty="0" err="1">
                <a:solidFill>
                  <a:srgbClr val="0070C0"/>
                </a:solidFill>
                <a:latin typeface="Avenir Next LT Pro"/>
                <a:ea typeface="Calibri"/>
                <a:cs typeface="Calibri"/>
              </a:rPr>
              <a:t>informática</a:t>
            </a:r>
            <a:r>
              <a:rPr lang="en-US" sz="1600" b="1" dirty="0">
                <a:solidFill>
                  <a:srgbClr val="0070C0"/>
                </a:solidFill>
                <a:latin typeface="Avenir Next LT Pro"/>
                <a:ea typeface="Calibri"/>
                <a:cs typeface="Calibri"/>
              </a:rPr>
              <a:t> </a:t>
            </a:r>
          </a:p>
          <a:p>
            <a:pPr>
              <a:lnSpc>
                <a:spcPts val="2085"/>
              </a:lnSpc>
            </a:pPr>
            <a:r>
              <a:rPr lang="en-US" sz="1600" b="1" dirty="0" err="1">
                <a:solidFill>
                  <a:srgbClr val="0070C0"/>
                </a:solidFill>
                <a:latin typeface="Avenir Next LT Pro"/>
                <a:ea typeface="Calibri"/>
                <a:cs typeface="Calibri"/>
              </a:rPr>
              <a:t>Analista</a:t>
            </a:r>
            <a:r>
              <a:rPr lang="en-US" sz="1600" b="1" dirty="0">
                <a:solidFill>
                  <a:srgbClr val="0070C0"/>
                </a:solidFill>
                <a:latin typeface="Avenir Next LT Pro"/>
                <a:ea typeface="Calibri"/>
                <a:cs typeface="Calibri"/>
              </a:rPr>
              <a:t> </a:t>
            </a:r>
            <a:r>
              <a:rPr lang="en-US" sz="1600" b="1" dirty="0" err="1">
                <a:solidFill>
                  <a:srgbClr val="0070C0"/>
                </a:solidFill>
                <a:latin typeface="Avenir Next LT Pro"/>
                <a:ea typeface="Calibri"/>
                <a:cs typeface="Calibri"/>
              </a:rPr>
              <a:t>programador</a:t>
            </a:r>
            <a:r>
              <a:rPr lang="en-US" sz="1600" b="1" dirty="0">
                <a:solidFill>
                  <a:srgbClr val="0070C0"/>
                </a:solidFill>
                <a:latin typeface="Avenir Next LT Pro"/>
                <a:ea typeface="Calibri"/>
                <a:cs typeface="Calibri"/>
              </a:rPr>
              <a:t>   </a:t>
            </a:r>
          </a:p>
          <a:p>
            <a:pPr>
              <a:lnSpc>
                <a:spcPts val="2085"/>
              </a:lnSpc>
            </a:pPr>
            <a:endParaRPr lang="en-US" sz="1600" b="1" dirty="0">
              <a:solidFill>
                <a:srgbClr val="0070C0"/>
              </a:solidFill>
              <a:latin typeface="Avenir Next LT Pro"/>
            </a:endParaRPr>
          </a:p>
          <a:p>
            <a:pPr algn="l">
              <a:lnSpc>
                <a:spcPts val="2085"/>
              </a:lnSpc>
            </a:pPr>
            <a:r>
              <a:rPr lang="en-US" sz="1600" b="1" i="0" u="none" strike="noStrike" baseline="0" dirty="0" err="1">
                <a:solidFill>
                  <a:srgbClr val="0070C0"/>
                </a:solidFill>
                <a:latin typeface="Avenir Next LT Pro"/>
              </a:rPr>
              <a:t>Docente</a:t>
            </a:r>
            <a:r>
              <a:rPr lang="en-US" sz="1600" b="1" i="0" u="none" strike="noStrike" baseline="0" dirty="0">
                <a:solidFill>
                  <a:srgbClr val="0070C0"/>
                </a:solidFill>
                <a:latin typeface="Avenir Next LT Pro"/>
              </a:rPr>
              <a:t> : </a:t>
            </a:r>
            <a:r>
              <a:rPr lang="en-US" sz="1600" b="0" i="0" dirty="0">
                <a:latin typeface="Avenir Next LT Pro"/>
              </a:rPr>
              <a:t>​</a:t>
            </a:r>
            <a:endParaRPr lang="en-US" sz="1600" dirty="0">
              <a:latin typeface="Avenir Next LT Pro"/>
            </a:endParaRPr>
          </a:p>
          <a:p>
            <a:pPr lvl="0" algn="l" rtl="0">
              <a:lnSpc>
                <a:spcPts val="2085"/>
              </a:lnSpc>
            </a:pPr>
            <a:r>
              <a:rPr lang="en-US" sz="1600" b="1" i="0" u="none" strike="noStrike" baseline="0" dirty="0">
                <a:solidFill>
                  <a:srgbClr val="0070C0"/>
                </a:solidFill>
                <a:latin typeface="Avenir Next LT Pro"/>
                <a:ea typeface="Arial"/>
                <a:cs typeface="Arial"/>
              </a:rPr>
              <a:t>E. </a:t>
            </a:r>
            <a:r>
              <a:rPr lang="en-US" sz="1600" b="1" i="0" u="none" strike="noStrike" baseline="0" dirty="0" err="1">
                <a:solidFill>
                  <a:srgbClr val="0070C0"/>
                </a:solidFill>
                <a:latin typeface="Avenir Next LT Pro"/>
                <a:ea typeface="Arial"/>
                <a:cs typeface="Arial"/>
              </a:rPr>
              <a:t>Mallén</a:t>
            </a:r>
            <a:r>
              <a:rPr lang="en-US" sz="1600" b="1" i="0" u="none" strike="noStrike" baseline="0" dirty="0">
                <a:solidFill>
                  <a:srgbClr val="0070C0"/>
                </a:solidFill>
                <a:latin typeface="Avenir Next LT Pro"/>
                <a:ea typeface="Arial"/>
                <a:cs typeface="Arial"/>
              </a:rPr>
              <a:t> Gonzalez</a:t>
            </a:r>
          </a:p>
          <a:p>
            <a:endParaRPr/>
          </a:p>
          <a:p>
            <a:pPr algn="ctr"/>
            <a:endParaRPr lang="es-ES"/>
          </a:p>
        </p:txBody>
      </p:sp>
    </p:spTree>
    <p:extLst>
      <p:ext uri="{BB962C8B-B14F-4D97-AF65-F5344CB8AC3E}">
        <p14:creationId xmlns:p14="http://schemas.microsoft.com/office/powerpoint/2010/main" val="2058626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74C79772-4F2B-0631-AEB4-ED8B13764062}"/>
              </a:ext>
            </a:extLst>
          </p:cNvPr>
          <p:cNvSpPr>
            <a:spLocks noGrp="1"/>
          </p:cNvSpPr>
          <p:nvPr>
            <p:ph type="subTitle" idx="4"/>
          </p:nvPr>
        </p:nvSpPr>
        <p:spPr>
          <a:xfrm>
            <a:off x="6448985" y="4390697"/>
            <a:ext cx="4356341" cy="583814"/>
          </a:xfrm>
        </p:spPr>
        <p:txBody>
          <a:bodyPr vert="horz" wrap="square" lIns="0" tIns="0" rIns="0" bIns="0" rtlCol="0" anchor="t">
            <a:spAutoFit/>
          </a:bodyPr>
          <a:lstStyle/>
          <a:p>
            <a:endParaRPr lang="en-US" sz="1400" b="1" cap="all" dirty="0">
              <a:solidFill>
                <a:srgbClr val="002060"/>
              </a:solidFill>
            </a:endParaRPr>
          </a:p>
          <a:p>
            <a:endParaRPr lang="en-US" sz="1400" b="1" cap="all" dirty="0">
              <a:solidFill>
                <a:srgbClr val="002060"/>
              </a:solidFill>
            </a:endParaRPr>
          </a:p>
        </p:txBody>
      </p:sp>
      <p:sp>
        <p:nvSpPr>
          <p:cNvPr id="5" name="Title 1">
            <a:extLst>
              <a:ext uri="{FF2B5EF4-FFF2-40B4-BE49-F238E27FC236}">
                <a16:creationId xmlns:a16="http://schemas.microsoft.com/office/drawing/2014/main" id="{74736729-0A18-7599-0D0E-E1CEB6B37BD6}"/>
              </a:ext>
            </a:extLst>
          </p:cNvPr>
          <p:cNvSpPr txBox="1">
            <a:spLocks/>
          </p:cNvSpPr>
          <p:nvPr/>
        </p:nvSpPr>
        <p:spPr>
          <a:xfrm>
            <a:off x="193522" y="6127179"/>
            <a:ext cx="10931918" cy="619761"/>
          </a:xfrm>
          <a:prstGeom prst="rect">
            <a:avLst/>
          </a:prstGeom>
          <a:solidFill>
            <a:schemeClr val="bg1"/>
          </a:solidFill>
        </p:spPr>
        <p:txBody>
          <a:bodyPr vert="horz" lIns="91440" tIns="45720" rIns="91440" bIns="45720" rtlCol="0" anchor="b">
            <a:normAutofit lnSpcReduction="10000"/>
          </a:bodyPr>
          <a:lstStyle>
            <a:lvl1pPr marL="0" algn="l" defTabSz="914400" rtl="0" eaLnBrk="1" latinLnBrk="0" hangingPunct="1">
              <a:lnSpc>
                <a:spcPct val="100000"/>
              </a:lnSpc>
              <a:spcBef>
                <a:spcPct val="0"/>
              </a:spcBef>
              <a:spcAft>
                <a:spcPts val="0"/>
              </a:spcAft>
              <a:buNone/>
              <a:defRPr sz="2800" b="1" kern="1200" cap="all" baseline="0">
                <a:solidFill>
                  <a:schemeClr val="bg1"/>
                </a:solidFill>
                <a:latin typeface="Arial" panose="020B0604020202020204" pitchFamily="34" charset="0"/>
                <a:ea typeface="+mj-ea"/>
                <a:cs typeface="Arial" panose="020B0604020202020204" pitchFamily="34" charset="0"/>
              </a:defRPr>
            </a:lvl1pPr>
          </a:lstStyle>
          <a:p>
            <a:r>
              <a:rPr lang="en-US" sz="3600" dirty="0">
                <a:solidFill>
                  <a:srgbClr val="002060"/>
                </a:solidFill>
                <a:latin typeface="Arial"/>
                <a:cs typeface="Arial"/>
              </a:rPr>
              <a:t>Ingeniería de Software </a:t>
            </a:r>
            <a:r>
              <a:rPr lang="en-US" sz="1800" b="0" dirty="0" err="1">
                <a:solidFill>
                  <a:srgbClr val="797C6D"/>
                </a:solidFill>
                <a:latin typeface="Calibri"/>
                <a:ea typeface="Calibri"/>
                <a:cs typeface="Calibri"/>
              </a:rPr>
              <a:t>Docente</a:t>
            </a:r>
            <a:r>
              <a:rPr lang="en-US" sz="1800" b="0" dirty="0">
                <a:solidFill>
                  <a:srgbClr val="797C6D"/>
                </a:solidFill>
                <a:latin typeface="Calibri"/>
                <a:ea typeface="Calibri"/>
                <a:cs typeface="Calibri"/>
              </a:rPr>
              <a:t> : E. </a:t>
            </a:r>
            <a:r>
              <a:rPr lang="en-US" sz="1800" b="0" dirty="0" err="1">
                <a:solidFill>
                  <a:srgbClr val="797C6D"/>
                </a:solidFill>
                <a:latin typeface="Calibri"/>
                <a:ea typeface="Calibri"/>
                <a:cs typeface="Calibri"/>
              </a:rPr>
              <a:t>Mallén</a:t>
            </a:r>
            <a:r>
              <a:rPr lang="en-US" sz="1800" b="0" dirty="0">
                <a:solidFill>
                  <a:srgbClr val="797C6D"/>
                </a:solidFill>
                <a:latin typeface="Calibri"/>
                <a:ea typeface="Calibri"/>
                <a:cs typeface="Calibri"/>
              </a:rPr>
              <a:t> </a:t>
            </a:r>
            <a:r>
              <a:rPr lang="en-US" sz="1800" b="0" dirty="0" err="1">
                <a:solidFill>
                  <a:srgbClr val="797C6D"/>
                </a:solidFill>
                <a:latin typeface="Calibri"/>
                <a:ea typeface="Calibri"/>
                <a:cs typeface="Calibri"/>
              </a:rPr>
              <a:t>gonzalez</a:t>
            </a:r>
            <a:r>
              <a:rPr lang="en-US" sz="3600" dirty="0">
                <a:solidFill>
                  <a:srgbClr val="002060"/>
                </a:solidFill>
                <a:latin typeface="Arial"/>
                <a:cs typeface="Arial"/>
              </a:rPr>
              <a:t> </a:t>
            </a:r>
            <a:endParaRPr lang="en-US" sz="4400" dirty="0">
              <a:solidFill>
                <a:srgbClr val="002060"/>
              </a:solidFill>
              <a:latin typeface="Arial"/>
              <a:cs typeface="Arial"/>
            </a:endParaRPr>
          </a:p>
        </p:txBody>
      </p:sp>
      <p:sp>
        <p:nvSpPr>
          <p:cNvPr id="4" name="Título 3">
            <a:extLst>
              <a:ext uri="{FF2B5EF4-FFF2-40B4-BE49-F238E27FC236}">
                <a16:creationId xmlns:a16="http://schemas.microsoft.com/office/drawing/2014/main" id="{43393696-53B2-86A0-5C64-93F0FCDCACD5}"/>
              </a:ext>
            </a:extLst>
          </p:cNvPr>
          <p:cNvSpPr>
            <a:spLocks noGrp="1"/>
          </p:cNvSpPr>
          <p:nvPr>
            <p:ph type="title"/>
          </p:nvPr>
        </p:nvSpPr>
        <p:spPr>
          <a:xfrm>
            <a:off x="6915809" y="1812002"/>
            <a:ext cx="4377817" cy="2095463"/>
          </a:xfrm>
        </p:spPr>
        <p:txBody>
          <a:bodyPr>
            <a:normAutofit/>
          </a:bodyPr>
          <a:lstStyle/>
          <a:p>
            <a:pPr marL="228600" indent="-228600">
              <a:lnSpc>
                <a:spcPct val="110000"/>
              </a:lnSpc>
              <a:spcBef>
                <a:spcPts val="1000"/>
              </a:spcBef>
            </a:pPr>
            <a:r>
              <a:rPr lang="en-US" sz="3600" cap="all" dirty="0" err="1">
                <a:solidFill>
                  <a:schemeClr val="bg1">
                    <a:lumMod val="95000"/>
                  </a:schemeClr>
                </a:solidFill>
                <a:latin typeface="Arial"/>
                <a:cs typeface="Arial"/>
              </a:rPr>
              <a:t>Experiencia</a:t>
            </a:r>
            <a:r>
              <a:rPr lang="en-US" sz="3600" cap="all" dirty="0">
                <a:solidFill>
                  <a:schemeClr val="bg1">
                    <a:lumMod val="95000"/>
                  </a:schemeClr>
                </a:solidFill>
                <a:latin typeface="Arial"/>
                <a:cs typeface="Arial"/>
              </a:rPr>
              <a:t> 1: Caso </a:t>
            </a:r>
            <a:r>
              <a:rPr lang="en-US" sz="3600" cap="all" dirty="0" err="1">
                <a:solidFill>
                  <a:schemeClr val="bg1">
                    <a:lumMod val="95000"/>
                  </a:schemeClr>
                </a:solidFill>
                <a:latin typeface="Arial"/>
                <a:cs typeface="Arial"/>
              </a:rPr>
              <a:t>unilib</a:t>
            </a:r>
            <a:r>
              <a:rPr lang="en-US" sz="3600" cap="all" dirty="0">
                <a:solidFill>
                  <a:schemeClr val="bg1">
                    <a:lumMod val="95000"/>
                  </a:schemeClr>
                </a:solidFill>
                <a:latin typeface="Arial"/>
                <a:cs typeface="Arial"/>
              </a:rPr>
              <a:t> Biblioteca</a:t>
            </a:r>
            <a:endParaRPr lang="es-CL" sz="3600" b="0" dirty="0">
              <a:solidFill>
                <a:schemeClr val="bg1">
                  <a:lumMod val="95000"/>
                </a:schemeClr>
              </a:solidFill>
              <a:latin typeface="Arial"/>
              <a:cs typeface="Arial"/>
            </a:endParaRPr>
          </a:p>
        </p:txBody>
      </p:sp>
    </p:spTree>
    <p:extLst>
      <p:ext uri="{BB962C8B-B14F-4D97-AF65-F5344CB8AC3E}">
        <p14:creationId xmlns:p14="http://schemas.microsoft.com/office/powerpoint/2010/main" val="130920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CF207-AD0D-15D0-67E0-7D3555518358}"/>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BAB847DC-2F57-A0A1-6056-82C29D046FCA}"/>
              </a:ext>
            </a:extLst>
          </p:cNvPr>
          <p:cNvSpPr>
            <a:spLocks noGrp="1"/>
          </p:cNvSpPr>
          <p:nvPr>
            <p:ph type="body" sz="quarter" idx="13"/>
          </p:nvPr>
        </p:nvSpPr>
        <p:spPr>
          <a:xfrm>
            <a:off x="654685" y="551041"/>
            <a:ext cx="9346535" cy="469685"/>
          </a:xfrm>
        </p:spPr>
        <p:txBody>
          <a:bodyPr vert="horz" lIns="91440" tIns="45720" rIns="91440" bIns="45720" rtlCol="0" anchor="t">
            <a:noAutofit/>
          </a:bodyPr>
          <a:lstStyle/>
          <a:p>
            <a:pPr>
              <a:buNone/>
            </a:pPr>
            <a:r>
              <a:rPr lang="en-US" sz="900" cap="all" dirty="0" err="1">
                <a:solidFill>
                  <a:srgbClr val="0E0E0E"/>
                </a:solidFill>
                <a:latin typeface="Helvetica Neue"/>
                <a:cs typeface="Arial"/>
              </a:rPr>
              <a:t>Diapositiva</a:t>
            </a:r>
            <a:r>
              <a:rPr lang="en-US" sz="900" cap="all" dirty="0">
                <a:solidFill>
                  <a:srgbClr val="0E0E0E"/>
                </a:solidFill>
                <a:latin typeface="Helvetica Neue"/>
                <a:cs typeface="Arial"/>
              </a:rPr>
              <a:t> 2 – </a:t>
            </a:r>
            <a:r>
              <a:rPr lang="en-US" sz="900" cap="all" dirty="0" err="1">
                <a:solidFill>
                  <a:srgbClr val="0E0E0E"/>
                </a:solidFill>
                <a:latin typeface="Helvetica Neue"/>
                <a:cs typeface="Arial"/>
              </a:rPr>
              <a:t>Introducción</a:t>
            </a:r>
            <a:r>
              <a:rPr lang="en-US" sz="900" cap="all" dirty="0">
                <a:solidFill>
                  <a:srgbClr val="0E0E0E"/>
                </a:solidFill>
                <a:latin typeface="Helvetica Neue"/>
                <a:cs typeface="Arial"/>
              </a:rPr>
              <a:t> y </a:t>
            </a:r>
            <a:r>
              <a:rPr lang="en-US" sz="900" cap="all" dirty="0" err="1">
                <a:solidFill>
                  <a:srgbClr val="0E0E0E"/>
                </a:solidFill>
                <a:latin typeface="Helvetica Neue"/>
                <a:cs typeface="Arial"/>
              </a:rPr>
              <a:t>resumen</a:t>
            </a:r>
            <a:r>
              <a:rPr lang="en-US" sz="900" cap="all" dirty="0">
                <a:solidFill>
                  <a:srgbClr val="0E0E0E"/>
                </a:solidFill>
                <a:latin typeface="Helvetica Neue"/>
                <a:cs typeface="Arial"/>
              </a:rPr>
              <a:t> </a:t>
            </a:r>
            <a:r>
              <a:rPr lang="en-US" sz="900" cap="all" dirty="0" err="1">
                <a:solidFill>
                  <a:srgbClr val="0E0E0E"/>
                </a:solidFill>
                <a:latin typeface="Helvetica Neue"/>
                <a:cs typeface="Arial"/>
              </a:rPr>
              <a:t>ejecutivo</a:t>
            </a:r>
            <a:r>
              <a:rPr lang="en-US" sz="900" cap="all" dirty="0">
                <a:solidFill>
                  <a:srgbClr val="0E0E0E"/>
                </a:solidFill>
                <a:latin typeface="Helvetica Neue"/>
                <a:cs typeface="Arial"/>
              </a:rPr>
              <a:t> del </a:t>
            </a:r>
            <a:r>
              <a:rPr lang="en-US" sz="900" cap="all" dirty="0" err="1">
                <a:solidFill>
                  <a:srgbClr val="0E0E0E"/>
                </a:solidFill>
                <a:latin typeface="Helvetica Neue"/>
                <a:cs typeface="Arial"/>
              </a:rPr>
              <a:t>caso</a:t>
            </a:r>
            <a:endParaRPr lang="es-ES" dirty="0" err="1"/>
          </a:p>
          <a:p>
            <a:pPr marL="0" indent="0">
              <a:lnSpc>
                <a:spcPct val="100000"/>
              </a:lnSpc>
              <a:spcBef>
                <a:spcPct val="0"/>
              </a:spcBef>
              <a:buNone/>
            </a:pPr>
            <a:r>
              <a:rPr lang="en-US" sz="2800" b="0" cap="all" dirty="0">
                <a:solidFill>
                  <a:srgbClr val="0070C0"/>
                </a:solidFill>
                <a:latin typeface="Oswald SemiBold"/>
                <a:cs typeface="Arial"/>
              </a:rPr>
              <a:t> </a:t>
            </a:r>
            <a:r>
              <a:rPr lang="en-US" sz="2800" b="0" cap="all" dirty="0" err="1">
                <a:solidFill>
                  <a:srgbClr val="0070C0"/>
                </a:solidFill>
                <a:latin typeface="Oswald SemiBold"/>
                <a:cs typeface="Arial"/>
              </a:rPr>
              <a:t>Resumen</a:t>
            </a:r>
            <a:r>
              <a:rPr lang="en-US" sz="2800" b="0" cap="all" dirty="0">
                <a:solidFill>
                  <a:srgbClr val="0070C0"/>
                </a:solidFill>
                <a:latin typeface="Oswald SemiBold"/>
                <a:cs typeface="Arial"/>
              </a:rPr>
              <a:t> del </a:t>
            </a:r>
            <a:r>
              <a:rPr lang="en-US" sz="2800" b="0" cap="all" dirty="0" err="1">
                <a:solidFill>
                  <a:srgbClr val="0070C0"/>
                </a:solidFill>
                <a:latin typeface="Oswald SemiBold"/>
                <a:cs typeface="Arial"/>
              </a:rPr>
              <a:t>proyecto</a:t>
            </a:r>
          </a:p>
          <a:p>
            <a:pPr marL="0" indent="0">
              <a:buNone/>
            </a:pPr>
            <a:endParaRPr lang="es-MX" dirty="0"/>
          </a:p>
        </p:txBody>
      </p:sp>
      <p:sp>
        <p:nvSpPr>
          <p:cNvPr id="3" name="Marcador de texto 2">
            <a:extLst>
              <a:ext uri="{FF2B5EF4-FFF2-40B4-BE49-F238E27FC236}">
                <a16:creationId xmlns:a16="http://schemas.microsoft.com/office/drawing/2014/main" id="{F7CBF9E5-2214-2B60-F22B-4015DC7E6609}"/>
              </a:ext>
            </a:extLst>
          </p:cNvPr>
          <p:cNvSpPr>
            <a:spLocks noGrp="1"/>
          </p:cNvSpPr>
          <p:nvPr>
            <p:ph type="body" sz="quarter" idx="14"/>
          </p:nvPr>
        </p:nvSpPr>
        <p:spPr>
          <a:xfrm>
            <a:off x="655955" y="1411891"/>
            <a:ext cx="11534746" cy="4429046"/>
          </a:xfrm>
        </p:spPr>
        <p:txBody>
          <a:bodyPr vert="horz" lIns="91440" tIns="45720" rIns="91440" bIns="45720" rtlCol="0" anchor="t">
            <a:normAutofit/>
          </a:bodyPr>
          <a:lstStyle/>
          <a:p>
            <a:pPr>
              <a:buNone/>
            </a:pPr>
            <a:r>
              <a:rPr lang="en-US" sz="1800" dirty="0" err="1">
                <a:solidFill>
                  <a:srgbClr val="444742"/>
                </a:solidFill>
                <a:latin typeface="Arial"/>
                <a:cs typeface="Arial"/>
              </a:rPr>
              <a:t>Incluir</a:t>
            </a:r>
            <a:r>
              <a:rPr lang="en-US" sz="1800" dirty="0">
                <a:solidFill>
                  <a:srgbClr val="444742"/>
                </a:solidFill>
                <a:latin typeface="Arial"/>
                <a:cs typeface="Arial"/>
              </a:rPr>
              <a:t>  un </a:t>
            </a:r>
            <a:r>
              <a:rPr lang="en-US" sz="1800" dirty="0" err="1">
                <a:solidFill>
                  <a:srgbClr val="444742"/>
                </a:solidFill>
                <a:latin typeface="Arial"/>
                <a:cs typeface="Arial"/>
              </a:rPr>
              <a:t>resumen</a:t>
            </a:r>
            <a:r>
              <a:rPr lang="en-US" sz="1800" dirty="0">
                <a:solidFill>
                  <a:srgbClr val="444742"/>
                </a:solidFill>
                <a:latin typeface="Arial"/>
                <a:cs typeface="Arial"/>
              </a:rPr>
              <a:t> </a:t>
            </a:r>
            <a:r>
              <a:rPr lang="en-US" sz="1800" dirty="0" err="1">
                <a:solidFill>
                  <a:srgbClr val="444742"/>
                </a:solidFill>
                <a:latin typeface="Arial"/>
                <a:cs typeface="Arial"/>
              </a:rPr>
              <a:t>ejecutivo</a:t>
            </a:r>
            <a:r>
              <a:rPr lang="en-US" sz="1800" dirty="0">
                <a:solidFill>
                  <a:srgbClr val="444742"/>
                </a:solidFill>
                <a:latin typeface="Arial"/>
                <a:cs typeface="Arial"/>
              </a:rPr>
              <a:t> </a:t>
            </a:r>
            <a:r>
              <a:rPr lang="en-US" sz="1800" dirty="0" err="1">
                <a:solidFill>
                  <a:srgbClr val="444742"/>
                </a:solidFill>
                <a:latin typeface="Arial"/>
                <a:cs typeface="Arial"/>
              </a:rPr>
              <a:t>que</a:t>
            </a:r>
            <a:r>
              <a:rPr lang="en-US" sz="1800" dirty="0">
                <a:solidFill>
                  <a:srgbClr val="444742"/>
                </a:solidFill>
                <a:latin typeface="Arial"/>
                <a:cs typeface="Arial"/>
              </a:rPr>
              <a:t> </a:t>
            </a:r>
            <a:r>
              <a:rPr lang="en-US" sz="1800" dirty="0" err="1">
                <a:solidFill>
                  <a:srgbClr val="444742"/>
                </a:solidFill>
                <a:latin typeface="Arial"/>
                <a:cs typeface="Arial"/>
              </a:rPr>
              <a:t>incorpore</a:t>
            </a:r>
            <a:r>
              <a:rPr lang="en-US" sz="1800" dirty="0">
                <a:solidFill>
                  <a:srgbClr val="444742"/>
                </a:solidFill>
                <a:latin typeface="Arial"/>
                <a:cs typeface="Arial"/>
              </a:rPr>
              <a:t> un </a:t>
            </a:r>
            <a:r>
              <a:rPr lang="en-US" sz="1800" dirty="0" err="1">
                <a:solidFill>
                  <a:srgbClr val="444742"/>
                </a:solidFill>
                <a:latin typeface="Arial"/>
                <a:cs typeface="Arial"/>
              </a:rPr>
              <a:t>resumen</a:t>
            </a:r>
            <a:r>
              <a:rPr lang="en-US" sz="1800" dirty="0">
                <a:solidFill>
                  <a:srgbClr val="444742"/>
                </a:solidFill>
                <a:latin typeface="Arial"/>
                <a:cs typeface="Arial"/>
              </a:rPr>
              <a:t> del </a:t>
            </a:r>
            <a:r>
              <a:rPr lang="en-US" sz="1800" dirty="0" err="1">
                <a:solidFill>
                  <a:srgbClr val="444742"/>
                </a:solidFill>
                <a:latin typeface="Arial"/>
                <a:cs typeface="Arial"/>
              </a:rPr>
              <a:t>caso</a:t>
            </a:r>
            <a:r>
              <a:rPr lang="en-US" sz="1800" dirty="0">
                <a:solidFill>
                  <a:srgbClr val="444742"/>
                </a:solidFill>
                <a:latin typeface="Arial"/>
                <a:cs typeface="Arial"/>
              </a:rPr>
              <a:t> y </a:t>
            </a:r>
            <a:r>
              <a:rPr lang="en-US" sz="1800" dirty="0" err="1">
                <a:solidFill>
                  <a:srgbClr val="444742"/>
                </a:solidFill>
                <a:latin typeface="Arial"/>
                <a:cs typeface="Arial"/>
              </a:rPr>
              <a:t>el</a:t>
            </a:r>
            <a:r>
              <a:rPr lang="en-US" sz="1800" dirty="0">
                <a:solidFill>
                  <a:srgbClr val="444742"/>
                </a:solidFill>
                <a:latin typeface="Arial"/>
                <a:cs typeface="Arial"/>
              </a:rPr>
              <a:t> </a:t>
            </a:r>
            <a:r>
              <a:rPr lang="en-US" sz="1800" dirty="0" err="1">
                <a:solidFill>
                  <a:srgbClr val="444742"/>
                </a:solidFill>
                <a:latin typeface="Arial"/>
                <a:cs typeface="Arial"/>
              </a:rPr>
              <a:t>desafio</a:t>
            </a:r>
            <a:r>
              <a:rPr lang="en-US" sz="1800" dirty="0">
                <a:solidFill>
                  <a:srgbClr val="444742"/>
                </a:solidFill>
                <a:latin typeface="Arial"/>
                <a:cs typeface="Arial"/>
              </a:rPr>
              <a:t> </a:t>
            </a:r>
            <a:r>
              <a:rPr lang="en-US" sz="1800" dirty="0" err="1">
                <a:solidFill>
                  <a:srgbClr val="444742"/>
                </a:solidFill>
                <a:latin typeface="Arial"/>
                <a:cs typeface="Arial"/>
              </a:rPr>
              <a:t>presentad</a:t>
            </a:r>
            <a:r>
              <a:rPr lang="en-US" sz="1800" dirty="0">
                <a:solidFill>
                  <a:srgbClr val="444742"/>
                </a:solidFill>
                <a:latin typeface="Arial"/>
                <a:cs typeface="Arial"/>
              </a:rPr>
              <a:t>o </a:t>
            </a:r>
            <a:endParaRPr lang="en-US" sz="1800" dirty="0" err="1">
              <a:solidFill>
                <a:srgbClr val="444742"/>
              </a:solidFill>
            </a:endParaRPr>
          </a:p>
          <a:p>
            <a:pPr>
              <a:buFont typeface="Arial,Sans-Serif"/>
              <a:buChar char="•"/>
            </a:pPr>
            <a:r>
              <a:rPr lang="en-US" sz="1800" b="1" dirty="0" err="1">
                <a:solidFill>
                  <a:srgbClr val="444742"/>
                </a:solidFill>
                <a:latin typeface="Arial"/>
                <a:cs typeface="Arial"/>
              </a:rPr>
              <a:t>Análisis</a:t>
            </a:r>
            <a:r>
              <a:rPr lang="en-US" sz="1800" b="1" dirty="0">
                <a:solidFill>
                  <a:srgbClr val="444742"/>
                </a:solidFill>
                <a:latin typeface="Arial"/>
                <a:cs typeface="Arial"/>
              </a:rPr>
              <a:t> del </a:t>
            </a:r>
            <a:r>
              <a:rPr lang="en-US" sz="1800" b="1" dirty="0" err="1">
                <a:solidFill>
                  <a:srgbClr val="444742"/>
                </a:solidFill>
                <a:latin typeface="Arial"/>
                <a:cs typeface="Arial"/>
              </a:rPr>
              <a:t>problema</a:t>
            </a:r>
            <a:endParaRPr lang="en-US" sz="1800" dirty="0" err="1">
              <a:solidFill>
                <a:srgbClr val="444742"/>
              </a:solidFill>
              <a:latin typeface="Arial"/>
              <a:cs typeface="Arial"/>
            </a:endParaRPr>
          </a:p>
          <a:p>
            <a:pPr>
              <a:buFont typeface="Arial,Sans-Serif"/>
              <a:buChar char="•"/>
            </a:pPr>
            <a:r>
              <a:rPr lang="en-US" sz="1800" b="1" dirty="0" err="1">
                <a:solidFill>
                  <a:srgbClr val="444742"/>
                </a:solidFill>
                <a:latin typeface="Arial"/>
                <a:cs typeface="Arial"/>
              </a:rPr>
              <a:t>Levantamiento</a:t>
            </a:r>
            <a:r>
              <a:rPr lang="en-US" sz="1800" b="1" dirty="0">
                <a:solidFill>
                  <a:srgbClr val="444742"/>
                </a:solidFill>
                <a:latin typeface="Arial"/>
                <a:cs typeface="Arial"/>
              </a:rPr>
              <a:t> </a:t>
            </a:r>
            <a:r>
              <a:rPr lang="en-US" sz="1800" b="1" dirty="0" err="1">
                <a:solidFill>
                  <a:srgbClr val="444742"/>
                </a:solidFill>
                <a:latin typeface="Arial"/>
                <a:cs typeface="Arial"/>
              </a:rPr>
              <a:t>inicial</a:t>
            </a:r>
            <a:r>
              <a:rPr lang="en-US" sz="1800" b="1" dirty="0">
                <a:solidFill>
                  <a:srgbClr val="444742"/>
                </a:solidFill>
                <a:latin typeface="Arial"/>
                <a:cs typeface="Arial"/>
              </a:rPr>
              <a:t> de </a:t>
            </a:r>
            <a:r>
              <a:rPr lang="en-US" sz="1800" b="1" dirty="0" err="1">
                <a:solidFill>
                  <a:srgbClr val="444742"/>
                </a:solidFill>
                <a:latin typeface="Arial"/>
                <a:cs typeface="Arial"/>
              </a:rPr>
              <a:t>necesidades</a:t>
            </a:r>
            <a:endParaRPr lang="en-US" sz="1800" dirty="0" err="1">
              <a:solidFill>
                <a:srgbClr val="444742"/>
              </a:solidFill>
              <a:latin typeface="Arial"/>
              <a:cs typeface="Arial"/>
            </a:endParaRPr>
          </a:p>
          <a:p>
            <a:pPr>
              <a:buFont typeface="Arial,Sans-Serif"/>
              <a:buChar char="•"/>
            </a:pPr>
            <a:r>
              <a:rPr lang="en-US" sz="1800" b="1" dirty="0" err="1">
                <a:solidFill>
                  <a:srgbClr val="444742"/>
                </a:solidFill>
                <a:latin typeface="Arial"/>
                <a:cs typeface="Arial"/>
              </a:rPr>
              <a:t>Alcance</a:t>
            </a:r>
            <a:r>
              <a:rPr lang="en-US" sz="1800" b="1" dirty="0">
                <a:solidFill>
                  <a:srgbClr val="444742"/>
                </a:solidFill>
                <a:latin typeface="Arial"/>
                <a:cs typeface="Arial"/>
              </a:rPr>
              <a:t> </a:t>
            </a:r>
            <a:r>
              <a:rPr lang="en-US" sz="1800" b="1" dirty="0" err="1">
                <a:solidFill>
                  <a:srgbClr val="444742"/>
                </a:solidFill>
                <a:latin typeface="Arial"/>
                <a:cs typeface="Arial"/>
              </a:rPr>
              <a:t>preliminar</a:t>
            </a:r>
            <a:r>
              <a:rPr lang="en-US" sz="1800" b="1" dirty="0">
                <a:solidFill>
                  <a:srgbClr val="444742"/>
                </a:solidFill>
                <a:latin typeface="Arial"/>
                <a:cs typeface="Arial"/>
              </a:rPr>
              <a:t> del </a:t>
            </a:r>
            <a:r>
              <a:rPr lang="en-US" sz="1800" b="1" dirty="0" err="1">
                <a:solidFill>
                  <a:srgbClr val="444742"/>
                </a:solidFill>
                <a:latin typeface="Arial"/>
                <a:cs typeface="Arial"/>
              </a:rPr>
              <a:t>sistema</a:t>
            </a:r>
            <a:endParaRPr lang="en-US" sz="1800" dirty="0" err="1">
              <a:solidFill>
                <a:srgbClr val="444742"/>
              </a:solidFill>
              <a:latin typeface="Arial"/>
              <a:cs typeface="Arial"/>
            </a:endParaRPr>
          </a:p>
          <a:p>
            <a:pPr>
              <a:buFont typeface="Arial,Sans-Serif"/>
              <a:buChar char="•"/>
            </a:pPr>
            <a:r>
              <a:rPr lang="en-US" sz="1800" b="1" dirty="0" err="1">
                <a:solidFill>
                  <a:srgbClr val="444742"/>
                </a:solidFill>
                <a:latin typeface="Arial"/>
                <a:cs typeface="Arial"/>
              </a:rPr>
              <a:t>Requerimientos</a:t>
            </a:r>
            <a:r>
              <a:rPr lang="en-US" sz="1800" b="1" dirty="0">
                <a:solidFill>
                  <a:srgbClr val="444742"/>
                </a:solidFill>
                <a:latin typeface="Arial"/>
                <a:cs typeface="Arial"/>
              </a:rPr>
              <a:t> </a:t>
            </a:r>
            <a:r>
              <a:rPr lang="en-US" sz="1800" b="1" dirty="0" err="1">
                <a:solidFill>
                  <a:srgbClr val="444742"/>
                </a:solidFill>
                <a:latin typeface="Arial"/>
                <a:cs typeface="Arial"/>
              </a:rPr>
              <a:t>funcionales</a:t>
            </a:r>
            <a:r>
              <a:rPr lang="en-US" sz="1800" b="1" dirty="0">
                <a:solidFill>
                  <a:srgbClr val="444742"/>
                </a:solidFill>
                <a:latin typeface="Arial"/>
                <a:cs typeface="Arial"/>
              </a:rPr>
              <a:t> y no </a:t>
            </a:r>
            <a:r>
              <a:rPr lang="en-US" sz="1800" b="1" dirty="0" err="1">
                <a:solidFill>
                  <a:srgbClr val="444742"/>
                </a:solidFill>
                <a:latin typeface="Arial"/>
                <a:cs typeface="Arial"/>
              </a:rPr>
              <a:t>funcionales</a:t>
            </a:r>
            <a:endParaRPr lang="en-US" sz="1800" dirty="0" err="1">
              <a:solidFill>
                <a:srgbClr val="444742"/>
              </a:solidFill>
              <a:latin typeface="Arial"/>
              <a:cs typeface="Arial"/>
            </a:endParaRPr>
          </a:p>
          <a:p>
            <a:pPr>
              <a:buFont typeface="Arial,Sans-Serif"/>
              <a:buChar char="•"/>
            </a:pPr>
            <a:r>
              <a:rPr lang="en-US" sz="1800" b="1" dirty="0" err="1">
                <a:solidFill>
                  <a:srgbClr val="444742"/>
                </a:solidFill>
                <a:latin typeface="Arial"/>
                <a:cs typeface="Arial"/>
              </a:rPr>
              <a:t>Metodología</a:t>
            </a:r>
            <a:r>
              <a:rPr lang="en-US" sz="1800" b="1" dirty="0">
                <a:solidFill>
                  <a:srgbClr val="444742"/>
                </a:solidFill>
                <a:latin typeface="Arial"/>
                <a:cs typeface="Arial"/>
              </a:rPr>
              <a:t> </a:t>
            </a:r>
            <a:r>
              <a:rPr lang="en-US" sz="1800" b="1" dirty="0" err="1">
                <a:solidFill>
                  <a:srgbClr val="444742"/>
                </a:solidFill>
                <a:latin typeface="Arial"/>
                <a:cs typeface="Arial"/>
              </a:rPr>
              <a:t>propuesta</a:t>
            </a:r>
            <a:r>
              <a:rPr lang="en-US" sz="1800" b="1" dirty="0">
                <a:solidFill>
                  <a:srgbClr val="444742"/>
                </a:solidFill>
                <a:latin typeface="Arial"/>
                <a:cs typeface="Arial"/>
              </a:rPr>
              <a:t> para </a:t>
            </a:r>
            <a:r>
              <a:rPr lang="en-US" sz="1800" b="1" dirty="0" err="1">
                <a:solidFill>
                  <a:srgbClr val="444742"/>
                </a:solidFill>
                <a:latin typeface="Arial"/>
                <a:cs typeface="Arial"/>
              </a:rPr>
              <a:t>el</a:t>
            </a:r>
            <a:r>
              <a:rPr lang="en-US" sz="1800" b="1" dirty="0">
                <a:solidFill>
                  <a:srgbClr val="444742"/>
                </a:solidFill>
                <a:latin typeface="Arial"/>
                <a:cs typeface="Arial"/>
              </a:rPr>
              <a:t> </a:t>
            </a:r>
            <a:r>
              <a:rPr lang="en-US" sz="1800" b="1" dirty="0" err="1">
                <a:solidFill>
                  <a:srgbClr val="444742"/>
                </a:solidFill>
                <a:latin typeface="Arial"/>
                <a:cs typeface="Arial"/>
              </a:rPr>
              <a:t>desarrollo</a:t>
            </a:r>
            <a:endParaRPr lang="en-US" sz="1800" dirty="0" err="1">
              <a:solidFill>
                <a:srgbClr val="444742"/>
              </a:solidFill>
              <a:latin typeface="Arial"/>
              <a:cs typeface="Arial"/>
            </a:endParaRPr>
          </a:p>
          <a:p>
            <a:pPr>
              <a:buNone/>
            </a:pPr>
            <a:br>
              <a:rPr lang="en-US" dirty="0"/>
            </a:br>
            <a:endParaRPr lang="en-US"/>
          </a:p>
          <a:p>
            <a:pPr>
              <a:buNone/>
            </a:pPr>
            <a:r>
              <a:rPr lang="en-US" sz="1800" b="1">
                <a:solidFill>
                  <a:srgbClr val="444742"/>
                </a:solidFill>
                <a:latin typeface="Arial"/>
                <a:cs typeface="Arial"/>
              </a:rPr>
              <a:t>Frase clave:</a:t>
            </a:r>
            <a:endParaRPr lang="en-US" sz="1800" b="1"/>
          </a:p>
          <a:p>
            <a:pPr>
              <a:buNone/>
            </a:pPr>
            <a:r>
              <a:rPr lang="en-US" sz="1800" b="1" i="1" dirty="0">
                <a:solidFill>
                  <a:srgbClr val="0E0E0E"/>
                </a:solidFill>
                <a:latin typeface="Arial"/>
                <a:cs typeface="Arial"/>
              </a:rPr>
              <a:t>Debe ser </a:t>
            </a:r>
            <a:r>
              <a:rPr lang="en-US" sz="1800" b="1" i="1" dirty="0" err="1">
                <a:solidFill>
                  <a:srgbClr val="0E0E0E"/>
                </a:solidFill>
                <a:latin typeface="Arial"/>
                <a:cs typeface="Arial"/>
              </a:rPr>
              <a:t>muy</a:t>
            </a:r>
            <a:r>
              <a:rPr lang="en-US" sz="1800" b="1" i="1" dirty="0">
                <a:solidFill>
                  <a:srgbClr val="0E0E0E"/>
                </a:solidFill>
                <a:latin typeface="Arial"/>
                <a:cs typeface="Arial"/>
              </a:rPr>
              <a:t> breve , no es </a:t>
            </a:r>
            <a:r>
              <a:rPr lang="en-US" sz="1800" b="1" i="1" dirty="0" err="1">
                <a:solidFill>
                  <a:srgbClr val="0E0E0E"/>
                </a:solidFill>
                <a:latin typeface="Arial"/>
                <a:cs typeface="Arial"/>
              </a:rPr>
              <a:t>el</a:t>
            </a:r>
            <a:r>
              <a:rPr lang="en-US" sz="1800" b="1" i="1" dirty="0">
                <a:solidFill>
                  <a:srgbClr val="0E0E0E"/>
                </a:solidFill>
                <a:latin typeface="Arial"/>
                <a:cs typeface="Arial"/>
              </a:rPr>
              <a:t> </a:t>
            </a:r>
            <a:r>
              <a:rPr lang="en-US" sz="1800" b="1" i="1" dirty="0" err="1">
                <a:solidFill>
                  <a:srgbClr val="0E0E0E"/>
                </a:solidFill>
                <a:latin typeface="Arial"/>
                <a:cs typeface="Arial"/>
              </a:rPr>
              <a:t>desarrollo</a:t>
            </a:r>
            <a:endParaRPr lang="en-US" sz="1800" b="1" i="1" dirty="0" err="1">
              <a:solidFill>
                <a:srgbClr val="0E0E0E"/>
              </a:solidFill>
            </a:endParaRPr>
          </a:p>
          <a:p>
            <a:pPr marL="0" indent="0">
              <a:buNone/>
            </a:pPr>
            <a:endParaRPr lang="en-US" sz="1800" dirty="0">
              <a:solidFill>
                <a:srgbClr val="444742"/>
              </a:solidFill>
              <a:latin typeface="Arial"/>
              <a:cs typeface="Arial"/>
            </a:endParaRPr>
          </a:p>
          <a:p>
            <a:pPr>
              <a:spcBef>
                <a:spcPts val="2500"/>
              </a:spcBef>
            </a:pPr>
            <a:endParaRPr lang="en-US" sz="1800" b="1" dirty="0">
              <a:latin typeface="Univers Condensed Light"/>
              <a:cs typeface="Arial"/>
            </a:endParaRPr>
          </a:p>
          <a:p>
            <a:endParaRPr lang="es-CL" dirty="0"/>
          </a:p>
        </p:txBody>
      </p:sp>
    </p:spTree>
    <p:extLst>
      <p:ext uri="{BB962C8B-B14F-4D97-AF65-F5344CB8AC3E}">
        <p14:creationId xmlns:p14="http://schemas.microsoft.com/office/powerpoint/2010/main" val="1576898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5A775-8B56-CD53-404F-4736950F4FA3}"/>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738FBD79-62DC-D128-571D-3137928B7908}"/>
              </a:ext>
            </a:extLst>
          </p:cNvPr>
          <p:cNvSpPr>
            <a:spLocks noGrp="1"/>
          </p:cNvSpPr>
          <p:nvPr>
            <p:ph type="body" sz="quarter" idx="13"/>
          </p:nvPr>
        </p:nvSpPr>
        <p:spPr>
          <a:xfrm>
            <a:off x="654685" y="551041"/>
            <a:ext cx="9346535" cy="469685"/>
          </a:xfrm>
        </p:spPr>
        <p:txBody>
          <a:bodyPr vert="horz" lIns="91440" tIns="45720" rIns="91440" bIns="45720" rtlCol="0" anchor="t">
            <a:noAutofit/>
          </a:bodyPr>
          <a:lstStyle/>
          <a:p>
            <a:pPr marL="0" indent="0">
              <a:lnSpc>
                <a:spcPct val="100000"/>
              </a:lnSpc>
              <a:spcBef>
                <a:spcPct val="0"/>
              </a:spcBef>
              <a:buNone/>
            </a:pPr>
            <a:r>
              <a:rPr lang="en-US" sz="2800" b="0" cap="all" dirty="0" err="1">
                <a:solidFill>
                  <a:srgbClr val="0070C0"/>
                </a:solidFill>
                <a:latin typeface="Oswald SemiBold"/>
                <a:cs typeface="Arial"/>
              </a:rPr>
              <a:t>Análisis</a:t>
            </a:r>
            <a:r>
              <a:rPr lang="en-US" sz="2800" b="0" cap="all" dirty="0">
                <a:solidFill>
                  <a:srgbClr val="0070C0"/>
                </a:solidFill>
                <a:latin typeface="Oswald SemiBold"/>
                <a:cs typeface="Arial"/>
              </a:rPr>
              <a:t> del </a:t>
            </a:r>
            <a:r>
              <a:rPr lang="en-US" sz="2800" b="0" cap="all" dirty="0" err="1">
                <a:solidFill>
                  <a:srgbClr val="0070C0"/>
                </a:solidFill>
                <a:latin typeface="Oswald SemiBold"/>
                <a:cs typeface="Arial"/>
              </a:rPr>
              <a:t>problema</a:t>
            </a:r>
          </a:p>
          <a:p>
            <a:pPr marL="0" indent="0">
              <a:buNone/>
            </a:pPr>
            <a:endParaRPr lang="es-MX" dirty="0"/>
          </a:p>
        </p:txBody>
      </p:sp>
      <p:sp>
        <p:nvSpPr>
          <p:cNvPr id="3" name="Marcador de texto 2">
            <a:extLst>
              <a:ext uri="{FF2B5EF4-FFF2-40B4-BE49-F238E27FC236}">
                <a16:creationId xmlns:a16="http://schemas.microsoft.com/office/drawing/2014/main" id="{4EF4766A-5123-0599-B2AE-0FA94B82B81B}"/>
              </a:ext>
            </a:extLst>
          </p:cNvPr>
          <p:cNvSpPr>
            <a:spLocks noGrp="1"/>
          </p:cNvSpPr>
          <p:nvPr>
            <p:ph type="body" sz="quarter" idx="14"/>
          </p:nvPr>
        </p:nvSpPr>
        <p:spPr>
          <a:xfrm>
            <a:off x="655955" y="1411891"/>
            <a:ext cx="11534746" cy="4429046"/>
          </a:xfrm>
        </p:spPr>
        <p:txBody>
          <a:bodyPr vert="horz" lIns="91440" tIns="45720" rIns="91440" bIns="45720" rtlCol="0" anchor="t">
            <a:normAutofit fontScale="85000" lnSpcReduction="20000"/>
          </a:bodyPr>
          <a:lstStyle/>
          <a:p>
            <a:pPr>
              <a:buNone/>
            </a:pPr>
            <a:r>
              <a:rPr lang="en-US" sz="1800" dirty="0" err="1">
                <a:solidFill>
                  <a:srgbClr val="444742"/>
                </a:solidFill>
                <a:latin typeface="Arial"/>
                <a:cs typeface="Arial"/>
              </a:rPr>
              <a:t>Incluir</a:t>
            </a:r>
            <a:r>
              <a:rPr lang="en-US" sz="1800" dirty="0">
                <a:solidFill>
                  <a:srgbClr val="444742"/>
                </a:solidFill>
                <a:latin typeface="Arial"/>
                <a:cs typeface="Arial"/>
              </a:rPr>
              <a:t> </a:t>
            </a:r>
            <a:r>
              <a:rPr lang="en-US" sz="1800" dirty="0" err="1">
                <a:solidFill>
                  <a:srgbClr val="444742"/>
                </a:solidFill>
                <a:latin typeface="Arial"/>
                <a:cs typeface="Arial"/>
              </a:rPr>
              <a:t>una</a:t>
            </a:r>
            <a:r>
              <a:rPr lang="en-US" sz="1800" dirty="0">
                <a:solidFill>
                  <a:srgbClr val="444742"/>
                </a:solidFill>
                <a:latin typeface="Arial"/>
                <a:cs typeface="Arial"/>
              </a:rPr>
              <a:t> </a:t>
            </a:r>
            <a:r>
              <a:rPr lang="en-US" sz="1800" b="1" dirty="0">
                <a:solidFill>
                  <a:srgbClr val="444742"/>
                </a:solidFill>
                <a:latin typeface="Arial"/>
                <a:cs typeface="Arial"/>
              </a:rPr>
              <a:t>breve </a:t>
            </a:r>
            <a:r>
              <a:rPr lang="en-US" sz="1800" b="1" dirty="0" err="1">
                <a:solidFill>
                  <a:srgbClr val="444742"/>
                </a:solidFill>
                <a:latin typeface="Arial"/>
                <a:cs typeface="Arial"/>
              </a:rPr>
              <a:t>introducción</a:t>
            </a:r>
            <a:r>
              <a:rPr lang="en-US" sz="1800" b="1" dirty="0">
                <a:solidFill>
                  <a:srgbClr val="444742"/>
                </a:solidFill>
                <a:latin typeface="Arial"/>
                <a:cs typeface="Arial"/>
              </a:rPr>
              <a:t> a la </a:t>
            </a:r>
            <a:r>
              <a:rPr lang="en-US" sz="1800" b="1" dirty="0" err="1">
                <a:solidFill>
                  <a:srgbClr val="444742"/>
                </a:solidFill>
                <a:latin typeface="Arial"/>
                <a:cs typeface="Arial"/>
              </a:rPr>
              <a:t>problemática</a:t>
            </a:r>
            <a:r>
              <a:rPr lang="en-US" sz="1800" b="1" dirty="0">
                <a:solidFill>
                  <a:srgbClr val="444742"/>
                </a:solidFill>
                <a:latin typeface="Arial"/>
                <a:cs typeface="Arial"/>
              </a:rPr>
              <a:t> </a:t>
            </a:r>
            <a:r>
              <a:rPr lang="en-US" sz="1800" b="1" dirty="0" err="1">
                <a:solidFill>
                  <a:srgbClr val="444742"/>
                </a:solidFill>
                <a:latin typeface="Arial"/>
                <a:cs typeface="Arial"/>
              </a:rPr>
              <a:t>que</a:t>
            </a:r>
            <a:r>
              <a:rPr lang="en-US" sz="1800" b="1" dirty="0">
                <a:solidFill>
                  <a:srgbClr val="444742"/>
                </a:solidFill>
                <a:latin typeface="Arial"/>
                <a:cs typeface="Arial"/>
              </a:rPr>
              <a:t> da </a:t>
            </a:r>
            <a:r>
              <a:rPr lang="en-US" sz="1800" b="1" dirty="0" err="1">
                <a:solidFill>
                  <a:srgbClr val="444742"/>
                </a:solidFill>
                <a:latin typeface="Arial"/>
                <a:cs typeface="Arial"/>
              </a:rPr>
              <a:t>origen</a:t>
            </a:r>
            <a:r>
              <a:rPr lang="en-US" sz="1800" b="1" dirty="0">
                <a:solidFill>
                  <a:srgbClr val="444742"/>
                </a:solidFill>
                <a:latin typeface="Arial"/>
                <a:cs typeface="Arial"/>
              </a:rPr>
              <a:t> al </a:t>
            </a:r>
            <a:r>
              <a:rPr lang="en-US" sz="1800" b="1" dirty="0" err="1">
                <a:solidFill>
                  <a:srgbClr val="444742"/>
                </a:solidFill>
                <a:latin typeface="Arial"/>
                <a:cs typeface="Arial"/>
              </a:rPr>
              <a:t>proyecto</a:t>
            </a:r>
            <a:r>
              <a:rPr lang="en-US" sz="1800" dirty="0">
                <a:solidFill>
                  <a:srgbClr val="444742"/>
                </a:solidFill>
                <a:latin typeface="Arial"/>
                <a:cs typeface="Arial"/>
              </a:rPr>
              <a:t>, </a:t>
            </a:r>
            <a:r>
              <a:rPr lang="en-US" sz="1800" dirty="0" err="1">
                <a:solidFill>
                  <a:srgbClr val="444742"/>
                </a:solidFill>
                <a:latin typeface="Arial"/>
                <a:cs typeface="Arial"/>
              </a:rPr>
              <a:t>que</a:t>
            </a:r>
            <a:r>
              <a:rPr lang="en-US" sz="1800" dirty="0">
                <a:solidFill>
                  <a:srgbClr val="444742"/>
                </a:solidFill>
                <a:latin typeface="Arial"/>
                <a:cs typeface="Arial"/>
              </a:rPr>
              <a:t> </a:t>
            </a:r>
            <a:r>
              <a:rPr lang="en-US" sz="1800" dirty="0" err="1">
                <a:solidFill>
                  <a:srgbClr val="444742"/>
                </a:solidFill>
                <a:latin typeface="Arial"/>
                <a:cs typeface="Arial"/>
              </a:rPr>
              <a:t>incorpore</a:t>
            </a:r>
            <a:r>
              <a:rPr lang="en-US" sz="1800" dirty="0">
                <a:solidFill>
                  <a:srgbClr val="444742"/>
                </a:solidFill>
                <a:latin typeface="Arial"/>
                <a:cs typeface="Arial"/>
              </a:rPr>
              <a:t>, al </a:t>
            </a:r>
            <a:r>
              <a:rPr lang="en-US" sz="1800" dirty="0" err="1">
                <a:solidFill>
                  <a:srgbClr val="444742"/>
                </a:solidFill>
                <a:latin typeface="Arial"/>
                <a:cs typeface="Arial"/>
              </a:rPr>
              <a:t>menos</a:t>
            </a:r>
            <a:r>
              <a:rPr lang="en-US" sz="1800" dirty="0">
                <a:solidFill>
                  <a:srgbClr val="444742"/>
                </a:solidFill>
                <a:latin typeface="Arial"/>
                <a:cs typeface="Arial"/>
              </a:rPr>
              <a:t>, </a:t>
            </a:r>
            <a:r>
              <a:rPr lang="en-US" sz="1800" dirty="0" err="1">
                <a:solidFill>
                  <a:srgbClr val="444742"/>
                </a:solidFill>
                <a:latin typeface="Arial"/>
                <a:cs typeface="Arial"/>
              </a:rPr>
              <a:t>los</a:t>
            </a:r>
            <a:r>
              <a:rPr lang="en-US" sz="1800" dirty="0">
                <a:solidFill>
                  <a:srgbClr val="444742"/>
                </a:solidFill>
                <a:latin typeface="Arial"/>
                <a:cs typeface="Arial"/>
              </a:rPr>
              <a:t> </a:t>
            </a:r>
            <a:r>
              <a:rPr lang="en-US" sz="1800" dirty="0" err="1">
                <a:solidFill>
                  <a:srgbClr val="444742"/>
                </a:solidFill>
                <a:latin typeface="Arial"/>
                <a:cs typeface="Arial"/>
              </a:rPr>
              <a:t>siguientes</a:t>
            </a:r>
            <a:r>
              <a:rPr lang="en-US" sz="1800" dirty="0">
                <a:solidFill>
                  <a:srgbClr val="444742"/>
                </a:solidFill>
                <a:latin typeface="Arial"/>
                <a:cs typeface="Arial"/>
              </a:rPr>
              <a:t> puntos:</a:t>
            </a:r>
            <a:endParaRPr lang="es-ES" dirty="0"/>
          </a:p>
          <a:p>
            <a:pPr>
              <a:buFont typeface="Arial"/>
              <a:buChar char="•"/>
            </a:pPr>
            <a:r>
              <a:rPr lang="en-US" sz="1800" b="1" dirty="0" err="1">
                <a:solidFill>
                  <a:srgbClr val="444742"/>
                </a:solidFill>
                <a:latin typeface="Arial"/>
                <a:cs typeface="Arial"/>
              </a:rPr>
              <a:t>Análisis</a:t>
            </a:r>
            <a:r>
              <a:rPr lang="en-US" sz="1800" b="1" dirty="0">
                <a:solidFill>
                  <a:srgbClr val="444742"/>
                </a:solidFill>
                <a:latin typeface="Arial"/>
                <a:cs typeface="Arial"/>
              </a:rPr>
              <a:t> del </a:t>
            </a:r>
            <a:r>
              <a:rPr lang="en-US" sz="1800" b="1" dirty="0" err="1">
                <a:solidFill>
                  <a:srgbClr val="444742"/>
                </a:solidFill>
                <a:latin typeface="Arial"/>
                <a:cs typeface="Arial"/>
              </a:rPr>
              <a:t>problema</a:t>
            </a:r>
            <a:endParaRPr lang="en-US" dirty="0" err="1"/>
          </a:p>
          <a:p>
            <a:pPr>
              <a:buFont typeface="Arial"/>
              <a:buChar char="•"/>
            </a:pPr>
            <a:r>
              <a:rPr lang="en-US" sz="1800" b="1" dirty="0" err="1">
                <a:solidFill>
                  <a:srgbClr val="444742"/>
                </a:solidFill>
                <a:latin typeface="Arial"/>
                <a:cs typeface="Arial"/>
              </a:rPr>
              <a:t>Levantamiento</a:t>
            </a:r>
            <a:r>
              <a:rPr lang="en-US" sz="1800" b="1" dirty="0">
                <a:solidFill>
                  <a:srgbClr val="444742"/>
                </a:solidFill>
                <a:latin typeface="Arial"/>
                <a:cs typeface="Arial"/>
              </a:rPr>
              <a:t> </a:t>
            </a:r>
            <a:r>
              <a:rPr lang="en-US" sz="1800" b="1" dirty="0" err="1">
                <a:solidFill>
                  <a:srgbClr val="444742"/>
                </a:solidFill>
                <a:latin typeface="Arial"/>
                <a:cs typeface="Arial"/>
              </a:rPr>
              <a:t>inicial</a:t>
            </a:r>
            <a:r>
              <a:rPr lang="en-US" sz="1800" b="1" dirty="0">
                <a:solidFill>
                  <a:srgbClr val="444742"/>
                </a:solidFill>
                <a:latin typeface="Arial"/>
                <a:cs typeface="Arial"/>
              </a:rPr>
              <a:t> de </a:t>
            </a:r>
            <a:r>
              <a:rPr lang="en-US" sz="1800" b="1" dirty="0" err="1">
                <a:solidFill>
                  <a:srgbClr val="444742"/>
                </a:solidFill>
                <a:latin typeface="Arial"/>
                <a:cs typeface="Arial"/>
              </a:rPr>
              <a:t>necesidades</a:t>
            </a:r>
          </a:p>
          <a:p>
            <a:pPr>
              <a:buFont typeface="Arial"/>
              <a:buChar char="•"/>
            </a:pPr>
            <a:endParaRPr lang="en-US" sz="1800" b="1" dirty="0">
              <a:solidFill>
                <a:srgbClr val="444742"/>
              </a:solidFill>
            </a:endParaRPr>
          </a:p>
          <a:p>
            <a:pPr>
              <a:spcBef>
                <a:spcPts val="2500"/>
              </a:spcBef>
              <a:buFont typeface="Arial"/>
              <a:buChar char="•"/>
            </a:pPr>
            <a:r>
              <a:rPr lang="en-US" sz="2000" b="1" dirty="0" err="1">
                <a:solidFill>
                  <a:srgbClr val="000000"/>
                </a:solidFill>
                <a:latin typeface="Univers Condensed Light"/>
                <a:cs typeface="Arial"/>
              </a:rPr>
              <a:t>Problemas</a:t>
            </a:r>
            <a:r>
              <a:rPr lang="en-US" sz="2000" b="1" dirty="0">
                <a:solidFill>
                  <a:srgbClr val="000000"/>
                </a:solidFill>
                <a:latin typeface="Univers Condensed Light"/>
                <a:cs typeface="Arial"/>
              </a:rPr>
              <a:t> </a:t>
            </a:r>
            <a:r>
              <a:rPr lang="en-US" sz="2000" b="1" dirty="0" err="1">
                <a:solidFill>
                  <a:srgbClr val="000000"/>
                </a:solidFill>
                <a:latin typeface="Univers Condensed Light"/>
                <a:cs typeface="Arial"/>
              </a:rPr>
              <a:t>Actuales</a:t>
            </a:r>
            <a:endParaRPr lang="en-US" sz="2000" dirty="0" err="1">
              <a:solidFill>
                <a:srgbClr val="444742"/>
              </a:solidFill>
              <a:latin typeface="Univers Condensed Light"/>
              <a:cs typeface="Arial"/>
            </a:endParaRPr>
          </a:p>
          <a:p>
            <a:pPr lvl="1">
              <a:buFont typeface="Arial"/>
              <a:buChar char="•"/>
            </a:pPr>
            <a:r>
              <a:rPr lang="en-US" sz="2000" dirty="0" err="1">
                <a:solidFill>
                  <a:srgbClr val="000000"/>
                </a:solidFill>
                <a:latin typeface="Univers Condensed Light"/>
              </a:rPr>
              <a:t>Problema</a:t>
            </a:r>
            <a:r>
              <a:rPr lang="en-US" sz="2000" dirty="0">
                <a:solidFill>
                  <a:srgbClr val="000000"/>
                </a:solidFill>
                <a:latin typeface="Univers Condensed Light"/>
              </a:rPr>
              <a:t>-causa- </a:t>
            </a:r>
            <a:r>
              <a:rPr lang="en-US" sz="2000" dirty="0" err="1">
                <a:solidFill>
                  <a:srgbClr val="000000"/>
                </a:solidFill>
                <a:latin typeface="Univers Condensed Light"/>
              </a:rPr>
              <a:t>consecuencia</a:t>
            </a:r>
            <a:r>
              <a:rPr lang="en-US" sz="2000" dirty="0">
                <a:solidFill>
                  <a:srgbClr val="000000"/>
                </a:solidFill>
                <a:latin typeface="Univers Condensed Light"/>
              </a:rPr>
              <a:t> </a:t>
            </a:r>
            <a:endParaRPr lang="en-US" sz="2000" dirty="0">
              <a:solidFill>
                <a:srgbClr val="444742"/>
              </a:solidFill>
              <a:latin typeface="Univers Condensed Light"/>
            </a:endParaRPr>
          </a:p>
          <a:p>
            <a:pPr marL="457200" lvl="1" indent="0">
              <a:buNone/>
            </a:pPr>
            <a:r>
              <a:rPr lang="en-US" sz="2000" dirty="0" err="1">
                <a:solidFill>
                  <a:srgbClr val="000000"/>
                </a:solidFill>
                <a:latin typeface="Univers Condensed Light"/>
              </a:rPr>
              <a:t>ejemplo</a:t>
            </a:r>
            <a:r>
              <a:rPr lang="en-US" sz="2000" dirty="0">
                <a:solidFill>
                  <a:srgbClr val="000000"/>
                </a:solidFill>
                <a:latin typeface="Univers Condensed Light"/>
              </a:rPr>
              <a:t> </a:t>
            </a:r>
            <a:endParaRPr lang="en-US" sz="2000" dirty="0">
              <a:solidFill>
                <a:srgbClr val="444742"/>
              </a:solidFill>
              <a:latin typeface="Univers Condensed Light"/>
            </a:endParaRPr>
          </a:p>
          <a:p>
            <a:pPr lvl="1">
              <a:buFont typeface="Arial"/>
              <a:buChar char="•"/>
            </a:pPr>
            <a:r>
              <a:rPr lang="en-US" i="1" dirty="0" err="1">
                <a:solidFill>
                  <a:srgbClr val="000000"/>
                </a:solidFill>
                <a:latin typeface="Univers Condensed Light"/>
              </a:rPr>
              <a:t>Actualmente</a:t>
            </a:r>
            <a:r>
              <a:rPr lang="en-US" i="1" dirty="0">
                <a:solidFill>
                  <a:srgbClr val="000000"/>
                </a:solidFill>
                <a:latin typeface="Univers Condensed Light"/>
              </a:rPr>
              <a:t> </a:t>
            </a:r>
            <a:r>
              <a:rPr lang="en-US" i="1" dirty="0" err="1">
                <a:solidFill>
                  <a:srgbClr val="000000"/>
                </a:solidFill>
                <a:latin typeface="Univers Condensed Light"/>
              </a:rPr>
              <a:t>existe</a:t>
            </a:r>
            <a:r>
              <a:rPr lang="en-US" i="1" dirty="0">
                <a:solidFill>
                  <a:srgbClr val="000000"/>
                </a:solidFill>
                <a:latin typeface="Univers Condensed Light"/>
              </a:rPr>
              <a:t> un </a:t>
            </a:r>
            <a:r>
              <a:rPr lang="en-US" i="1" dirty="0" err="1">
                <a:solidFill>
                  <a:srgbClr val="000000"/>
                </a:solidFill>
                <a:latin typeface="Univers Condensed Light"/>
              </a:rPr>
              <a:t>uso</a:t>
            </a:r>
            <a:r>
              <a:rPr lang="en-US" i="1" dirty="0">
                <a:solidFill>
                  <a:srgbClr val="000000"/>
                </a:solidFill>
                <a:latin typeface="Univers Condensed Light"/>
              </a:rPr>
              <a:t> de </a:t>
            </a:r>
            <a:r>
              <a:rPr lang="en-US" i="1" dirty="0" err="1">
                <a:solidFill>
                  <a:srgbClr val="000000"/>
                </a:solidFill>
                <a:latin typeface="Univers Condensed Light"/>
              </a:rPr>
              <a:t>registros</a:t>
            </a:r>
            <a:r>
              <a:rPr lang="en-US" i="1" dirty="0">
                <a:solidFill>
                  <a:srgbClr val="000000"/>
                </a:solidFill>
                <a:latin typeface="Univers Condensed Light"/>
              </a:rPr>
              <a:t> </a:t>
            </a:r>
            <a:r>
              <a:rPr lang="en-US" i="1" dirty="0" err="1">
                <a:solidFill>
                  <a:srgbClr val="000000"/>
                </a:solidFill>
                <a:latin typeface="Univers Condensed Light"/>
              </a:rPr>
              <a:t>en</a:t>
            </a:r>
            <a:r>
              <a:rPr lang="en-US" i="1" dirty="0">
                <a:solidFill>
                  <a:srgbClr val="000000"/>
                </a:solidFill>
                <a:latin typeface="Univers Condensed Light"/>
              </a:rPr>
              <a:t> </a:t>
            </a:r>
            <a:r>
              <a:rPr lang="en-US" i="1" dirty="0" err="1">
                <a:solidFill>
                  <a:srgbClr val="000000"/>
                </a:solidFill>
                <a:latin typeface="Univers Condensed Light"/>
              </a:rPr>
              <a:t>papel</a:t>
            </a:r>
            <a:r>
              <a:rPr lang="en-US" i="1" dirty="0">
                <a:solidFill>
                  <a:srgbClr val="000000"/>
                </a:solidFill>
                <a:latin typeface="Univers Condensed Light"/>
              </a:rPr>
              <a:t> y de </a:t>
            </a:r>
            <a:r>
              <a:rPr lang="en-US" i="1" dirty="0" err="1">
                <a:solidFill>
                  <a:srgbClr val="000000"/>
                </a:solidFill>
                <a:latin typeface="Univers Condensed Light"/>
              </a:rPr>
              <a:t>sistemas</a:t>
            </a:r>
            <a:r>
              <a:rPr lang="en-US" i="1" dirty="0">
                <a:solidFill>
                  <a:srgbClr val="000000"/>
                </a:solidFill>
                <a:latin typeface="Univers Condensed Light"/>
              </a:rPr>
              <a:t> </a:t>
            </a:r>
            <a:r>
              <a:rPr lang="en-US" i="1" dirty="0" err="1">
                <a:solidFill>
                  <a:srgbClr val="000000"/>
                </a:solidFill>
                <a:latin typeface="Univers Condensed Light"/>
              </a:rPr>
              <a:t>obsoletos</a:t>
            </a:r>
            <a:r>
              <a:rPr lang="en-US" i="1" dirty="0">
                <a:solidFill>
                  <a:srgbClr val="000000"/>
                </a:solidFill>
                <a:latin typeface="Univers Condensed Light"/>
              </a:rPr>
              <a:t>,  lo </a:t>
            </a:r>
            <a:r>
              <a:rPr lang="en-US" i="1" dirty="0" err="1">
                <a:solidFill>
                  <a:srgbClr val="000000"/>
                </a:solidFill>
                <a:latin typeface="Univers Condensed Light"/>
              </a:rPr>
              <a:t>que</a:t>
            </a:r>
            <a:r>
              <a:rPr lang="en-US" i="1" dirty="0">
                <a:solidFill>
                  <a:srgbClr val="000000"/>
                </a:solidFill>
                <a:latin typeface="Univers Condensed Light"/>
              </a:rPr>
              <a:t> genera </a:t>
            </a:r>
            <a:r>
              <a:rPr lang="en-US" i="1" dirty="0" err="1">
                <a:solidFill>
                  <a:srgbClr val="000000"/>
                </a:solidFill>
                <a:latin typeface="Univers Condensed Light"/>
              </a:rPr>
              <a:t>pérdida</a:t>
            </a:r>
            <a:r>
              <a:rPr lang="en-US" i="1" dirty="0">
                <a:solidFill>
                  <a:srgbClr val="000000"/>
                </a:solidFill>
                <a:latin typeface="Univers Condensed Light"/>
              </a:rPr>
              <a:t> de </a:t>
            </a:r>
            <a:r>
              <a:rPr lang="en-US" i="1" dirty="0" err="1">
                <a:solidFill>
                  <a:srgbClr val="000000"/>
                </a:solidFill>
                <a:latin typeface="Univers Condensed Light"/>
              </a:rPr>
              <a:t>información</a:t>
            </a:r>
            <a:r>
              <a:rPr lang="en-US" i="1" dirty="0">
                <a:solidFill>
                  <a:srgbClr val="000000"/>
                </a:solidFill>
                <a:latin typeface="Univers Condensed Light"/>
              </a:rPr>
              <a:t> y </a:t>
            </a:r>
            <a:r>
              <a:rPr lang="en-US" i="1" dirty="0" err="1">
                <a:solidFill>
                  <a:srgbClr val="000000"/>
                </a:solidFill>
                <a:latin typeface="Univers Condensed Light"/>
              </a:rPr>
              <a:t>demoras</a:t>
            </a:r>
            <a:r>
              <a:rPr lang="en-US" i="1" dirty="0">
                <a:solidFill>
                  <a:srgbClr val="000000"/>
                </a:solidFill>
                <a:latin typeface="Univers Condensed Light"/>
              </a:rPr>
              <a:t>, y </a:t>
            </a:r>
            <a:r>
              <a:rPr lang="en-US" i="1" dirty="0" err="1">
                <a:solidFill>
                  <a:srgbClr val="000000"/>
                </a:solidFill>
                <a:latin typeface="Univers Condensed Light"/>
              </a:rPr>
              <a:t>perjudica</a:t>
            </a:r>
            <a:r>
              <a:rPr lang="en-US" i="1" dirty="0">
                <a:solidFill>
                  <a:srgbClr val="000000"/>
                </a:solidFill>
                <a:latin typeface="Univers Condensed Light"/>
              </a:rPr>
              <a:t> la </a:t>
            </a:r>
            <a:r>
              <a:rPr lang="en-US" i="1" dirty="0" err="1">
                <a:solidFill>
                  <a:srgbClr val="000000"/>
                </a:solidFill>
                <a:latin typeface="Univers Condensed Light"/>
              </a:rPr>
              <a:t>experienca</a:t>
            </a:r>
            <a:r>
              <a:rPr lang="en-US" i="1" dirty="0">
                <a:solidFill>
                  <a:srgbClr val="000000"/>
                </a:solidFill>
                <a:latin typeface="Univers Condensed Light"/>
              </a:rPr>
              <a:t> del </a:t>
            </a:r>
            <a:r>
              <a:rPr lang="en-US" i="1" dirty="0" err="1">
                <a:solidFill>
                  <a:srgbClr val="000000"/>
                </a:solidFill>
                <a:latin typeface="Univers Condensed Light"/>
              </a:rPr>
              <a:t>usuario</a:t>
            </a:r>
            <a:r>
              <a:rPr lang="en-US" i="1" dirty="0">
                <a:solidFill>
                  <a:srgbClr val="000000"/>
                </a:solidFill>
                <a:latin typeface="Univers Condensed Light"/>
              </a:rPr>
              <a:t> y </a:t>
            </a:r>
            <a:r>
              <a:rPr lang="en-US" i="1" dirty="0" err="1">
                <a:solidFill>
                  <a:srgbClr val="000000"/>
                </a:solidFill>
                <a:latin typeface="Univers Condensed Light"/>
              </a:rPr>
              <a:t>dificulta</a:t>
            </a:r>
            <a:r>
              <a:rPr lang="en-US" i="1" dirty="0">
                <a:solidFill>
                  <a:srgbClr val="000000"/>
                </a:solidFill>
                <a:latin typeface="Univers Condensed Light"/>
              </a:rPr>
              <a:t> la </a:t>
            </a:r>
            <a:r>
              <a:rPr lang="en-US" i="1" dirty="0" err="1">
                <a:solidFill>
                  <a:srgbClr val="000000"/>
                </a:solidFill>
                <a:latin typeface="Univers Condensed Light"/>
              </a:rPr>
              <a:t>gestión</a:t>
            </a:r>
            <a:r>
              <a:rPr lang="en-US" i="1" dirty="0">
                <a:solidFill>
                  <a:srgbClr val="000000"/>
                </a:solidFill>
                <a:latin typeface="Univers Condensed Light"/>
              </a:rPr>
              <a:t> de la </a:t>
            </a:r>
            <a:r>
              <a:rPr lang="en-US" i="1" dirty="0" err="1">
                <a:solidFill>
                  <a:srgbClr val="000000"/>
                </a:solidFill>
                <a:latin typeface="Univers Condensed Light"/>
              </a:rPr>
              <a:t>biblioteca</a:t>
            </a:r>
            <a:r>
              <a:rPr lang="en-US" i="1" dirty="0">
                <a:solidFill>
                  <a:srgbClr val="000000"/>
                </a:solidFill>
                <a:latin typeface="Univers Condensed Light"/>
              </a:rPr>
              <a:t> </a:t>
            </a:r>
            <a:endParaRPr lang="en-US" i="1" dirty="0">
              <a:latin typeface="Univers Condensed Light"/>
            </a:endParaRPr>
          </a:p>
          <a:p>
            <a:pPr marL="0" indent="0">
              <a:buNone/>
            </a:pPr>
            <a:br>
              <a:rPr lang="en-US"/>
            </a:br>
            <a:endParaRPr lang="en-US"/>
          </a:p>
          <a:p>
            <a:pPr>
              <a:buNone/>
            </a:pPr>
            <a:r>
              <a:rPr lang="en-US" sz="1800" b="1">
                <a:solidFill>
                  <a:srgbClr val="444742"/>
                </a:solidFill>
                <a:latin typeface="Arial"/>
                <a:cs typeface="Arial"/>
              </a:rPr>
              <a:t>Frase clave:</a:t>
            </a:r>
            <a:endParaRPr lang="en-US" sz="1800" b="1"/>
          </a:p>
          <a:p>
            <a:pPr>
              <a:buNone/>
            </a:pPr>
            <a:r>
              <a:rPr lang="en-US" sz="1800" b="1" i="1" dirty="0">
                <a:solidFill>
                  <a:srgbClr val="0E0E0E"/>
                </a:solidFill>
                <a:latin typeface="Arial"/>
                <a:cs typeface="Arial"/>
              </a:rPr>
              <a:t>En </a:t>
            </a:r>
            <a:r>
              <a:rPr lang="en-US" sz="1800" b="1" i="1" dirty="0" err="1">
                <a:solidFill>
                  <a:srgbClr val="0E0E0E"/>
                </a:solidFill>
                <a:latin typeface="Arial"/>
                <a:cs typeface="Arial"/>
              </a:rPr>
              <a:t>esta</a:t>
            </a:r>
            <a:r>
              <a:rPr lang="en-US" sz="1800" b="1" i="1" dirty="0">
                <a:solidFill>
                  <a:srgbClr val="0E0E0E"/>
                </a:solidFill>
                <a:latin typeface="Arial"/>
                <a:cs typeface="Arial"/>
              </a:rPr>
              <a:t> </a:t>
            </a:r>
            <a:r>
              <a:rPr lang="en-US" sz="1800" b="1" i="1" dirty="0" err="1">
                <a:solidFill>
                  <a:srgbClr val="0E0E0E"/>
                </a:solidFill>
                <a:latin typeface="Arial"/>
                <a:cs typeface="Arial"/>
              </a:rPr>
              <a:t>etapa</a:t>
            </a:r>
            <a:r>
              <a:rPr lang="en-US" sz="1800" b="1" i="1" dirty="0">
                <a:solidFill>
                  <a:srgbClr val="0E0E0E"/>
                </a:solidFill>
                <a:latin typeface="Arial"/>
                <a:cs typeface="Arial"/>
              </a:rPr>
              <a:t> </a:t>
            </a:r>
            <a:r>
              <a:rPr lang="en-US" sz="1800" b="1" i="1" dirty="0" err="1">
                <a:solidFill>
                  <a:srgbClr val="0E0E0E"/>
                </a:solidFill>
                <a:latin typeface="Arial"/>
                <a:cs typeface="Arial"/>
              </a:rPr>
              <a:t>buscamos</a:t>
            </a:r>
            <a:r>
              <a:rPr lang="en-US" sz="1800" b="1" i="1" dirty="0">
                <a:solidFill>
                  <a:srgbClr val="0E0E0E"/>
                </a:solidFill>
                <a:latin typeface="Arial"/>
                <a:cs typeface="Arial"/>
              </a:rPr>
              <a:t> </a:t>
            </a:r>
            <a:r>
              <a:rPr lang="en-US" sz="1800" b="1" i="1" dirty="0" err="1">
                <a:solidFill>
                  <a:srgbClr val="0E0E0E"/>
                </a:solidFill>
                <a:latin typeface="Arial"/>
                <a:cs typeface="Arial"/>
              </a:rPr>
              <a:t>comprender</a:t>
            </a:r>
            <a:r>
              <a:rPr lang="en-US" sz="1800" b="1" i="1" dirty="0">
                <a:solidFill>
                  <a:srgbClr val="0E0E0E"/>
                </a:solidFill>
                <a:latin typeface="Arial"/>
                <a:cs typeface="Arial"/>
              </a:rPr>
              <a:t> la </a:t>
            </a:r>
            <a:r>
              <a:rPr lang="en-US" sz="1800" b="1" i="1" dirty="0" err="1">
                <a:solidFill>
                  <a:srgbClr val="0E0E0E"/>
                </a:solidFill>
                <a:latin typeface="Arial"/>
                <a:cs typeface="Arial"/>
              </a:rPr>
              <a:t>necesidad</a:t>
            </a:r>
            <a:r>
              <a:rPr lang="en-US" sz="1800" b="1" i="1" dirty="0">
                <a:solidFill>
                  <a:srgbClr val="0E0E0E"/>
                </a:solidFill>
                <a:latin typeface="Arial"/>
                <a:cs typeface="Arial"/>
              </a:rPr>
              <a:t> del </a:t>
            </a:r>
            <a:r>
              <a:rPr lang="en-US" sz="1800" b="1" i="1" dirty="0" err="1">
                <a:solidFill>
                  <a:srgbClr val="0E0E0E"/>
                </a:solidFill>
                <a:latin typeface="Arial"/>
                <a:cs typeface="Arial"/>
              </a:rPr>
              <a:t>cliente</a:t>
            </a:r>
            <a:r>
              <a:rPr lang="en-US" sz="1800" b="1" i="1" dirty="0">
                <a:solidFill>
                  <a:srgbClr val="0E0E0E"/>
                </a:solidFill>
                <a:latin typeface="Arial"/>
                <a:cs typeface="Arial"/>
              </a:rPr>
              <a:t> antes de </a:t>
            </a:r>
            <a:r>
              <a:rPr lang="en-US" sz="1800" b="1" i="1" dirty="0" err="1">
                <a:solidFill>
                  <a:srgbClr val="0E0E0E"/>
                </a:solidFill>
                <a:latin typeface="Arial"/>
                <a:cs typeface="Arial"/>
              </a:rPr>
              <a:t>construir</a:t>
            </a:r>
            <a:r>
              <a:rPr lang="en-US" sz="1800" b="1" i="1" dirty="0">
                <a:solidFill>
                  <a:srgbClr val="0E0E0E"/>
                </a:solidFill>
                <a:latin typeface="Arial"/>
                <a:cs typeface="Arial"/>
              </a:rPr>
              <a:t> la </a:t>
            </a:r>
            <a:r>
              <a:rPr lang="en-US" sz="1800" b="1" i="1" dirty="0" err="1">
                <a:solidFill>
                  <a:srgbClr val="0E0E0E"/>
                </a:solidFill>
                <a:latin typeface="Arial"/>
                <a:cs typeface="Arial"/>
              </a:rPr>
              <a:t>solución</a:t>
            </a:r>
            <a:r>
              <a:rPr lang="en-US" sz="1800" b="1" i="1" dirty="0">
                <a:solidFill>
                  <a:srgbClr val="0E0E0E"/>
                </a:solidFill>
                <a:latin typeface="Arial"/>
                <a:cs typeface="Arial"/>
              </a:rPr>
              <a:t>.</a:t>
            </a:r>
            <a:endParaRPr lang="en-US" sz="1800" b="1" i="1"/>
          </a:p>
          <a:p>
            <a:pPr marL="0" indent="0">
              <a:buNone/>
            </a:pPr>
            <a:endParaRPr lang="en-US" sz="1800" dirty="0">
              <a:solidFill>
                <a:srgbClr val="444742"/>
              </a:solidFill>
              <a:latin typeface="Arial"/>
              <a:cs typeface="Arial"/>
            </a:endParaRPr>
          </a:p>
          <a:p>
            <a:pPr>
              <a:spcBef>
                <a:spcPts val="2500"/>
              </a:spcBef>
            </a:pPr>
            <a:endParaRPr lang="en-US" sz="1800" b="1" dirty="0">
              <a:latin typeface="Univers Condensed Light"/>
              <a:cs typeface="Arial"/>
            </a:endParaRPr>
          </a:p>
          <a:p>
            <a:endParaRPr lang="es-CL" dirty="0"/>
          </a:p>
        </p:txBody>
      </p:sp>
    </p:spTree>
    <p:extLst>
      <p:ext uri="{BB962C8B-B14F-4D97-AF65-F5344CB8AC3E}">
        <p14:creationId xmlns:p14="http://schemas.microsoft.com/office/powerpoint/2010/main" val="1639623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D929A-9EB3-4FF6-3B51-B2633841A1E2}"/>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52E236DD-152A-0562-A72A-7C0BB2D88E6F}"/>
              </a:ext>
            </a:extLst>
          </p:cNvPr>
          <p:cNvSpPr>
            <a:spLocks noGrp="1"/>
          </p:cNvSpPr>
          <p:nvPr>
            <p:ph type="body" sz="quarter" idx="13"/>
          </p:nvPr>
        </p:nvSpPr>
        <p:spPr>
          <a:xfrm>
            <a:off x="654685" y="551041"/>
            <a:ext cx="10199975" cy="469685"/>
          </a:xfrm>
        </p:spPr>
        <p:txBody>
          <a:bodyPr vert="horz" lIns="91440" tIns="45720" rIns="91440" bIns="45720" rtlCol="0" anchor="t">
            <a:noAutofit/>
          </a:bodyPr>
          <a:lstStyle/>
          <a:p>
            <a:pPr>
              <a:buNone/>
            </a:pPr>
            <a:r>
              <a:rPr lang="en-US" sz="2800" b="0" cap="all" dirty="0">
                <a:solidFill>
                  <a:srgbClr val="0070C0"/>
                </a:solidFill>
                <a:latin typeface="Oswald SemiBold"/>
                <a:cs typeface="Arial"/>
              </a:rPr>
              <a:t>ÁMBITO DEL </a:t>
            </a:r>
            <a:r>
              <a:rPr lang="en-US" sz="2800" b="0" cap="all" dirty="0" err="1">
                <a:solidFill>
                  <a:srgbClr val="0070C0"/>
                </a:solidFill>
                <a:latin typeface="Oswald SemiBold"/>
                <a:cs typeface="Arial"/>
              </a:rPr>
              <a:t>sistema</a:t>
            </a:r>
            <a:r>
              <a:rPr lang="en-US" sz="2800" b="0" cap="all" dirty="0">
                <a:solidFill>
                  <a:srgbClr val="0070C0"/>
                </a:solidFill>
                <a:latin typeface="Oswald SemiBold"/>
                <a:cs typeface="Arial"/>
              </a:rPr>
              <a:t> </a:t>
            </a:r>
            <a:r>
              <a:rPr lang="en-US" sz="2800" b="0" cap="all" dirty="0" err="1">
                <a:solidFill>
                  <a:srgbClr val="0070C0"/>
                </a:solidFill>
                <a:latin typeface="Oswald SemiBold"/>
                <a:cs typeface="Arial"/>
              </a:rPr>
              <a:t>unilib</a:t>
            </a:r>
            <a:endParaRPr lang="en-US" sz="2800" b="0" cap="all" dirty="0">
              <a:solidFill>
                <a:srgbClr val="0070C0"/>
              </a:solidFill>
              <a:latin typeface="Oswald SemiBold"/>
              <a:cs typeface="Arial"/>
            </a:endParaRPr>
          </a:p>
          <a:p>
            <a:pPr marL="0" indent="0">
              <a:buNone/>
            </a:pPr>
            <a:endParaRPr lang="es-MX" dirty="0"/>
          </a:p>
        </p:txBody>
      </p:sp>
      <p:sp>
        <p:nvSpPr>
          <p:cNvPr id="3" name="Marcador de texto 2">
            <a:extLst>
              <a:ext uri="{FF2B5EF4-FFF2-40B4-BE49-F238E27FC236}">
                <a16:creationId xmlns:a16="http://schemas.microsoft.com/office/drawing/2014/main" id="{432CECF6-77BE-4890-302E-D4993A200CAA}"/>
              </a:ext>
            </a:extLst>
          </p:cNvPr>
          <p:cNvSpPr>
            <a:spLocks noGrp="1"/>
          </p:cNvSpPr>
          <p:nvPr>
            <p:ph type="body" sz="quarter" idx="14"/>
          </p:nvPr>
        </p:nvSpPr>
        <p:spPr>
          <a:xfrm>
            <a:off x="656528" y="1164620"/>
            <a:ext cx="11665378" cy="4979098"/>
          </a:xfrm>
        </p:spPr>
        <p:txBody>
          <a:bodyPr vert="horz" lIns="91440" tIns="45720" rIns="91440" bIns="45720" rtlCol="0" anchor="t">
            <a:noAutofit/>
          </a:bodyPr>
          <a:lstStyle/>
          <a:p>
            <a:r>
              <a:rPr lang="es-AR">
                <a:solidFill>
                  <a:srgbClr val="FF0000"/>
                </a:solidFill>
                <a:cs typeface="Calibri"/>
              </a:rPr>
              <a:t>En esta subsección:</a:t>
            </a:r>
          </a:p>
          <a:p>
            <a:r>
              <a:rPr lang="es-AR">
                <a:solidFill>
                  <a:srgbClr val="FF0000"/>
                </a:solidFill>
                <a:cs typeface="Calibri"/>
              </a:rPr>
              <a:t>•	Se explicará lo que el sistema hará y lo que no hará.</a:t>
            </a:r>
          </a:p>
          <a:p>
            <a:r>
              <a:rPr lang="es-AR">
                <a:solidFill>
                  <a:srgbClr val="FF0000"/>
                </a:solidFill>
                <a:latin typeface="Arial"/>
                <a:cs typeface="Calibri"/>
              </a:rPr>
              <a:t>•	Se describirán los beneficios, objetivos y metas que se espera alcanzar con el futuro sistema.</a:t>
            </a:r>
            <a:endParaRPr lang="en-US" sz="2000">
              <a:latin typeface="Univers Condensed Light"/>
              <a:cs typeface="Arial"/>
            </a:endParaRPr>
          </a:p>
          <a:p>
            <a:r>
              <a:rPr lang="en-US" sz="2000" b="1" dirty="0" err="1">
                <a:latin typeface="Univers Condensed Light"/>
                <a:cs typeface="Arial"/>
              </a:rPr>
              <a:t>Necesidades</a:t>
            </a:r>
            <a:r>
              <a:rPr lang="en-US" sz="2000" b="1" dirty="0">
                <a:latin typeface="Univers Condensed Light"/>
                <a:cs typeface="Arial"/>
              </a:rPr>
              <a:t> del </a:t>
            </a:r>
            <a:r>
              <a:rPr lang="en-US" sz="2000" b="1" dirty="0" err="1">
                <a:latin typeface="Univers Condensed Light"/>
                <a:cs typeface="Arial"/>
              </a:rPr>
              <a:t>Cliente</a:t>
            </a:r>
            <a:endParaRPr lang="en-US" sz="2000" dirty="0" err="1">
              <a:latin typeface="Univers Condensed Light"/>
              <a:cs typeface="Arial"/>
            </a:endParaRPr>
          </a:p>
          <a:p>
            <a:pPr marL="0" lvl="1" indent="0">
              <a:buNone/>
            </a:pPr>
            <a:r>
              <a:rPr lang="en-US" sz="2000" dirty="0">
                <a:highlight>
                  <a:srgbClr val="FFFF00"/>
                </a:highlight>
                <a:latin typeface="Univers Condensed Light"/>
              </a:rPr>
              <a:t>Ejemplo: Requiere sistema centralizado que automatice procesos críticos y mejore control bibliográfico.</a:t>
            </a:r>
            <a:endParaRPr lang="en-US">
              <a:highlight>
                <a:srgbClr val="FFFF00"/>
              </a:highlight>
              <a:latin typeface="Avenir Next LT Pro"/>
            </a:endParaRPr>
          </a:p>
          <a:p>
            <a:pPr marL="0" indent="0">
              <a:spcBef>
                <a:spcPts val="2500"/>
              </a:spcBef>
              <a:buNone/>
            </a:pPr>
            <a:r>
              <a:rPr lang="en-US" sz="2000" b="1" dirty="0" err="1">
                <a:latin typeface="Univers Condensed Light"/>
                <a:cs typeface="Arial"/>
              </a:rPr>
              <a:t>Objetivo</a:t>
            </a:r>
            <a:r>
              <a:rPr lang="en-US" sz="2000" b="1" dirty="0">
                <a:latin typeface="Univers Condensed Light"/>
                <a:cs typeface="Arial"/>
              </a:rPr>
              <a:t> General : VERBO + OBJETO + COMPLEMENTO + CONDICION </a:t>
            </a:r>
          </a:p>
          <a:p>
            <a:pPr marL="0" indent="0">
              <a:spcBef>
                <a:spcPts val="2500"/>
              </a:spcBef>
              <a:buNone/>
            </a:pPr>
            <a:r>
              <a:rPr lang="en-US" sz="2000" b="1" dirty="0" err="1">
                <a:latin typeface="Univers Condensed Light"/>
                <a:cs typeface="Arial"/>
              </a:rPr>
              <a:t>Ejemplos</a:t>
            </a:r>
            <a:r>
              <a:rPr lang="en-US" sz="2000" b="1" dirty="0">
                <a:latin typeface="Univers Condensed Light"/>
                <a:cs typeface="Arial"/>
              </a:rPr>
              <a:t> </a:t>
            </a:r>
          </a:p>
          <a:p>
            <a:pPr marL="0" lvl="1" indent="0">
              <a:buNone/>
            </a:pPr>
            <a:r>
              <a:rPr lang="en-US" sz="2000" dirty="0" err="1">
                <a:highlight>
                  <a:srgbClr val="FFFF00"/>
                </a:highlight>
                <a:latin typeface="Univers Condensed Light"/>
              </a:rPr>
              <a:t>Diseñar</a:t>
            </a:r>
            <a:r>
              <a:rPr lang="en-US" sz="2000" dirty="0">
                <a:highlight>
                  <a:srgbClr val="FFFF00"/>
                </a:highlight>
                <a:latin typeface="Univers Condensed Light"/>
              </a:rPr>
              <a:t> </a:t>
            </a:r>
            <a:r>
              <a:rPr lang="en-US" sz="2000" dirty="0" err="1">
                <a:highlight>
                  <a:srgbClr val="FFFF00"/>
                </a:highlight>
                <a:latin typeface="Univers Condensed Light"/>
              </a:rPr>
              <a:t>una</a:t>
            </a:r>
            <a:r>
              <a:rPr lang="en-US" sz="2000" dirty="0">
                <a:highlight>
                  <a:srgbClr val="FFFF00"/>
                </a:highlight>
                <a:latin typeface="Univers Condensed Light"/>
              </a:rPr>
              <a:t> </a:t>
            </a:r>
            <a:r>
              <a:rPr lang="en-US" sz="2000" dirty="0" err="1">
                <a:highlight>
                  <a:srgbClr val="FFFF00"/>
                </a:highlight>
                <a:latin typeface="Univers Condensed Light"/>
              </a:rPr>
              <a:t>solución</a:t>
            </a:r>
            <a:r>
              <a:rPr lang="en-US" sz="2000" dirty="0">
                <a:highlight>
                  <a:srgbClr val="FFFF00"/>
                </a:highlight>
                <a:latin typeface="Univers Condensed Light"/>
              </a:rPr>
              <a:t> </a:t>
            </a:r>
            <a:r>
              <a:rPr lang="en-US" sz="2000" dirty="0" err="1">
                <a:highlight>
                  <a:srgbClr val="FFFF00"/>
                </a:highlight>
                <a:latin typeface="Univers Condensed Light"/>
              </a:rPr>
              <a:t>que</a:t>
            </a:r>
            <a:r>
              <a:rPr lang="en-US" sz="2000" dirty="0">
                <a:highlight>
                  <a:srgbClr val="FFFF00"/>
                </a:highlight>
                <a:latin typeface="Univers Condensed Light"/>
              </a:rPr>
              <a:t> </a:t>
            </a:r>
            <a:r>
              <a:rPr lang="en-US" sz="2000" dirty="0" err="1">
                <a:highlight>
                  <a:srgbClr val="FFFF00"/>
                </a:highlight>
                <a:latin typeface="Univers Condensed Light"/>
              </a:rPr>
              <a:t>mejore</a:t>
            </a:r>
            <a:r>
              <a:rPr lang="en-US" sz="2000" dirty="0">
                <a:highlight>
                  <a:srgbClr val="FFFF00"/>
                </a:highlight>
                <a:latin typeface="Univers Condensed Light"/>
              </a:rPr>
              <a:t> </a:t>
            </a:r>
            <a:r>
              <a:rPr lang="en-US" sz="2000" dirty="0" err="1">
                <a:highlight>
                  <a:srgbClr val="FFFF00"/>
                </a:highlight>
                <a:latin typeface="Univers Condensed Light"/>
              </a:rPr>
              <a:t>trazabilidad</a:t>
            </a:r>
            <a:r>
              <a:rPr lang="en-US" sz="2000" dirty="0">
                <a:highlight>
                  <a:srgbClr val="FFFF00"/>
                </a:highlight>
                <a:latin typeface="Univers Condensed Light"/>
              </a:rPr>
              <a:t>, consulta de </a:t>
            </a:r>
            <a:r>
              <a:rPr lang="en-US" sz="2000" dirty="0" err="1">
                <a:highlight>
                  <a:srgbClr val="FFFF00"/>
                </a:highlight>
                <a:latin typeface="Univers Condensed Light"/>
              </a:rPr>
              <a:t>catálogo</a:t>
            </a:r>
            <a:r>
              <a:rPr lang="en-US" sz="2000" dirty="0">
                <a:highlight>
                  <a:srgbClr val="FFFF00"/>
                </a:highlight>
                <a:latin typeface="Univers Condensed Light"/>
              </a:rPr>
              <a:t> y </a:t>
            </a:r>
            <a:r>
              <a:rPr lang="en-US" sz="2000" dirty="0" err="1">
                <a:highlight>
                  <a:srgbClr val="FFFF00"/>
                </a:highlight>
                <a:latin typeface="Univers Condensed Light"/>
              </a:rPr>
              <a:t>administración</a:t>
            </a:r>
            <a:r>
              <a:rPr lang="en-US" sz="2000" dirty="0">
                <a:highlight>
                  <a:srgbClr val="FFFF00"/>
                </a:highlight>
                <a:latin typeface="Univers Condensed Light"/>
              </a:rPr>
              <a:t> de </a:t>
            </a:r>
            <a:r>
              <a:rPr lang="en-US" sz="2000" dirty="0" err="1">
                <a:highlight>
                  <a:srgbClr val="FFFF00"/>
                </a:highlight>
                <a:latin typeface="Univers Condensed Light"/>
              </a:rPr>
              <a:t>usuarios</a:t>
            </a:r>
            <a:r>
              <a:rPr lang="en-US" sz="2000" dirty="0">
                <a:highlight>
                  <a:srgbClr val="FFFF00"/>
                </a:highlight>
                <a:latin typeface="Univers Condensed Light"/>
              </a:rPr>
              <a:t>.</a:t>
            </a:r>
            <a:endParaRPr lang="en-US" sz="2000" dirty="0">
              <a:solidFill>
                <a:srgbClr val="000000"/>
              </a:solidFill>
              <a:latin typeface="Univers Condensed Light"/>
            </a:endParaRPr>
          </a:p>
          <a:p>
            <a:pPr marL="0" lvl="1" indent="0">
              <a:buNone/>
            </a:pPr>
            <a:r>
              <a:rPr lang="en-US" sz="2000" dirty="0" err="1">
                <a:solidFill>
                  <a:srgbClr val="000000"/>
                </a:solidFill>
                <a:highlight>
                  <a:srgbClr val="FFFF00"/>
                </a:highlight>
                <a:latin typeface="Univers Condensed Light"/>
              </a:rPr>
              <a:t>Desarrollar</a:t>
            </a:r>
            <a:r>
              <a:rPr lang="en-US" sz="2000" dirty="0">
                <a:solidFill>
                  <a:srgbClr val="000000"/>
                </a:solidFill>
                <a:highlight>
                  <a:srgbClr val="FFFF00"/>
                </a:highlight>
                <a:latin typeface="Univers Condensed Light"/>
              </a:rPr>
              <a:t> un </a:t>
            </a:r>
            <a:r>
              <a:rPr lang="en-US" sz="2000" dirty="0" err="1">
                <a:solidFill>
                  <a:srgbClr val="000000"/>
                </a:solidFill>
                <a:highlight>
                  <a:srgbClr val="FFFF00"/>
                </a:highlight>
                <a:latin typeface="Univers Condensed Light"/>
              </a:rPr>
              <a:t>sistema</a:t>
            </a:r>
            <a:r>
              <a:rPr lang="en-US" sz="2000" dirty="0">
                <a:solidFill>
                  <a:srgbClr val="000000"/>
                </a:solidFill>
                <a:highlight>
                  <a:srgbClr val="FFFF00"/>
                </a:highlight>
                <a:latin typeface="Univers Condensed Light"/>
              </a:rPr>
              <a:t> de </a:t>
            </a:r>
            <a:r>
              <a:rPr lang="en-US" sz="2000" dirty="0" err="1">
                <a:solidFill>
                  <a:srgbClr val="000000"/>
                </a:solidFill>
                <a:highlight>
                  <a:srgbClr val="FFFF00"/>
                </a:highlight>
                <a:latin typeface="Univers Condensed Light"/>
              </a:rPr>
              <a:t>biblioteca</a:t>
            </a:r>
            <a:r>
              <a:rPr lang="en-US" sz="2000" dirty="0">
                <a:solidFill>
                  <a:srgbClr val="000000"/>
                </a:solidFill>
                <a:highlight>
                  <a:srgbClr val="FFFF00"/>
                </a:highlight>
                <a:latin typeface="Univers Condensed Light"/>
              </a:rPr>
              <a:t> </a:t>
            </a:r>
            <a:r>
              <a:rPr lang="en-US" sz="2000" dirty="0" err="1">
                <a:solidFill>
                  <a:srgbClr val="000000"/>
                </a:solidFill>
                <a:highlight>
                  <a:srgbClr val="FFFF00"/>
                </a:highlight>
                <a:latin typeface="Univers Condensed Light"/>
              </a:rPr>
              <a:t>que</a:t>
            </a:r>
            <a:r>
              <a:rPr lang="en-US" sz="2000" dirty="0">
                <a:solidFill>
                  <a:srgbClr val="000000"/>
                </a:solidFill>
                <a:highlight>
                  <a:srgbClr val="FFFF00"/>
                </a:highlight>
                <a:latin typeface="Univers Condensed Light"/>
              </a:rPr>
              <a:t> </a:t>
            </a:r>
            <a:r>
              <a:rPr lang="en-US" sz="2000" dirty="0" err="1">
                <a:solidFill>
                  <a:srgbClr val="000000"/>
                </a:solidFill>
                <a:highlight>
                  <a:srgbClr val="FFFF00"/>
                </a:highlight>
                <a:latin typeface="Univers Condensed Light"/>
              </a:rPr>
              <a:t>permita</a:t>
            </a:r>
            <a:r>
              <a:rPr lang="en-US" sz="2000" dirty="0">
                <a:solidFill>
                  <a:srgbClr val="000000"/>
                </a:solidFill>
                <a:highlight>
                  <a:srgbClr val="FFFF00"/>
                </a:highlight>
                <a:latin typeface="Univers Condensed Light"/>
              </a:rPr>
              <a:t> </a:t>
            </a:r>
            <a:r>
              <a:rPr lang="en-US" sz="2000" dirty="0" err="1">
                <a:solidFill>
                  <a:srgbClr val="000000"/>
                </a:solidFill>
                <a:highlight>
                  <a:srgbClr val="FFFF00"/>
                </a:highlight>
                <a:latin typeface="Univers Condensed Light"/>
              </a:rPr>
              <a:t>mejorar</a:t>
            </a:r>
            <a:r>
              <a:rPr lang="en-US" sz="2000" dirty="0">
                <a:solidFill>
                  <a:srgbClr val="000000"/>
                </a:solidFill>
                <a:highlight>
                  <a:srgbClr val="FFFF00"/>
                </a:highlight>
                <a:latin typeface="Univers Condensed Light"/>
              </a:rPr>
              <a:t> la </a:t>
            </a:r>
            <a:r>
              <a:rPr lang="en-US" sz="2000" dirty="0" err="1">
                <a:solidFill>
                  <a:srgbClr val="000000"/>
                </a:solidFill>
                <a:highlight>
                  <a:srgbClr val="FFFF00"/>
                </a:highlight>
                <a:latin typeface="Univers Condensed Light"/>
              </a:rPr>
              <a:t>gestión</a:t>
            </a:r>
            <a:r>
              <a:rPr lang="en-US" sz="2000" dirty="0">
                <a:solidFill>
                  <a:srgbClr val="000000"/>
                </a:solidFill>
                <a:highlight>
                  <a:srgbClr val="FFFF00"/>
                </a:highlight>
                <a:latin typeface="Univers Condensed Light"/>
              </a:rPr>
              <a:t> de </a:t>
            </a:r>
            <a:r>
              <a:rPr lang="en-US" sz="2000" dirty="0" err="1">
                <a:solidFill>
                  <a:srgbClr val="000000"/>
                </a:solidFill>
                <a:highlight>
                  <a:srgbClr val="FFFF00"/>
                </a:highlight>
                <a:latin typeface="Univers Condensed Light"/>
              </a:rPr>
              <a:t>usuarios</a:t>
            </a:r>
            <a:r>
              <a:rPr lang="en-US" sz="2000" dirty="0">
                <a:solidFill>
                  <a:srgbClr val="000000"/>
                </a:solidFill>
                <a:highlight>
                  <a:srgbClr val="FFFF00"/>
                </a:highlight>
                <a:latin typeface="Univers Condensed Light"/>
              </a:rPr>
              <a:t> y </a:t>
            </a:r>
            <a:r>
              <a:rPr lang="en-US" sz="2000" dirty="0" err="1">
                <a:solidFill>
                  <a:srgbClr val="000000"/>
                </a:solidFill>
                <a:highlight>
                  <a:srgbClr val="FFFF00"/>
                </a:highlight>
                <a:latin typeface="Univers Condensed Light"/>
              </a:rPr>
              <a:t>recursos</a:t>
            </a:r>
            <a:r>
              <a:rPr lang="en-US" sz="2000" dirty="0">
                <a:solidFill>
                  <a:srgbClr val="000000"/>
                </a:solidFill>
                <a:highlight>
                  <a:srgbClr val="FFFF00"/>
                </a:highlight>
                <a:latin typeface="Univers Condensed Light"/>
              </a:rPr>
              <a:t> </a:t>
            </a:r>
          </a:p>
          <a:p>
            <a:pPr marL="0" lvl="1" indent="0">
              <a:buNone/>
            </a:pPr>
            <a:r>
              <a:rPr lang="en-US" sz="2000" dirty="0" err="1">
                <a:solidFill>
                  <a:srgbClr val="000000"/>
                </a:solidFill>
                <a:highlight>
                  <a:srgbClr val="FFFF00"/>
                </a:highlight>
                <a:latin typeface="Univers Condensed Light"/>
              </a:rPr>
              <a:t>Diseñar</a:t>
            </a:r>
            <a:r>
              <a:rPr lang="en-US" sz="2000" dirty="0">
                <a:solidFill>
                  <a:srgbClr val="000000"/>
                </a:solidFill>
                <a:highlight>
                  <a:srgbClr val="FFFF00"/>
                </a:highlight>
                <a:latin typeface="Univers Condensed Light"/>
              </a:rPr>
              <a:t> un </a:t>
            </a:r>
            <a:r>
              <a:rPr lang="en-US" sz="2000" dirty="0" err="1">
                <a:solidFill>
                  <a:srgbClr val="000000"/>
                </a:solidFill>
                <a:highlight>
                  <a:srgbClr val="FFFF00"/>
                </a:highlight>
                <a:latin typeface="Univers Condensed Light"/>
              </a:rPr>
              <a:t>sistema</a:t>
            </a:r>
            <a:r>
              <a:rPr lang="en-US" sz="2000" dirty="0">
                <a:solidFill>
                  <a:srgbClr val="000000"/>
                </a:solidFill>
                <a:highlight>
                  <a:srgbClr val="FFFF00"/>
                </a:highlight>
                <a:latin typeface="Univers Condensed Light"/>
              </a:rPr>
              <a:t> de </a:t>
            </a:r>
            <a:r>
              <a:rPr lang="en-US" sz="2000" dirty="0" err="1">
                <a:solidFill>
                  <a:srgbClr val="000000"/>
                </a:solidFill>
                <a:highlight>
                  <a:srgbClr val="FFFF00"/>
                </a:highlight>
                <a:latin typeface="Univers Condensed Light"/>
              </a:rPr>
              <a:t>biblioteca</a:t>
            </a:r>
            <a:r>
              <a:rPr lang="en-US" sz="2000" dirty="0">
                <a:solidFill>
                  <a:srgbClr val="000000"/>
                </a:solidFill>
                <a:highlight>
                  <a:srgbClr val="FFFF00"/>
                </a:highlight>
                <a:latin typeface="Univers Condensed Light"/>
              </a:rPr>
              <a:t> </a:t>
            </a:r>
            <a:r>
              <a:rPr lang="en-US" sz="2000" dirty="0" err="1">
                <a:solidFill>
                  <a:srgbClr val="000000"/>
                </a:solidFill>
                <a:highlight>
                  <a:srgbClr val="FFFF00"/>
                </a:highlight>
                <a:latin typeface="Univers Condensed Light"/>
              </a:rPr>
              <a:t>que</a:t>
            </a:r>
            <a:r>
              <a:rPr lang="en-US" sz="2000" dirty="0">
                <a:solidFill>
                  <a:srgbClr val="000000"/>
                </a:solidFill>
                <a:highlight>
                  <a:srgbClr val="FFFF00"/>
                </a:highlight>
                <a:latin typeface="Univers Condensed Light"/>
              </a:rPr>
              <a:t> </a:t>
            </a:r>
            <a:r>
              <a:rPr lang="en-US" sz="2000" dirty="0" err="1">
                <a:solidFill>
                  <a:srgbClr val="000000"/>
                </a:solidFill>
                <a:highlight>
                  <a:srgbClr val="FFFF00"/>
                </a:highlight>
                <a:latin typeface="Univers Condensed Light"/>
              </a:rPr>
              <a:t>permita</a:t>
            </a:r>
            <a:r>
              <a:rPr lang="en-US" sz="2000" dirty="0">
                <a:solidFill>
                  <a:srgbClr val="000000"/>
                </a:solidFill>
                <a:highlight>
                  <a:srgbClr val="FFFF00"/>
                </a:highlight>
                <a:latin typeface="Univers Condensed Light"/>
              </a:rPr>
              <a:t> </a:t>
            </a:r>
            <a:r>
              <a:rPr lang="en-US" sz="2000" dirty="0" err="1">
                <a:solidFill>
                  <a:srgbClr val="000000"/>
                </a:solidFill>
                <a:highlight>
                  <a:srgbClr val="FFFF00"/>
                </a:highlight>
                <a:latin typeface="Univers Condensed Light"/>
              </a:rPr>
              <a:t>gestionar</a:t>
            </a:r>
            <a:r>
              <a:rPr lang="en-US" sz="2000" dirty="0">
                <a:solidFill>
                  <a:srgbClr val="000000"/>
                </a:solidFill>
                <a:highlight>
                  <a:srgbClr val="FFFF00"/>
                </a:highlight>
                <a:latin typeface="Univers Condensed Light"/>
              </a:rPr>
              <a:t> </a:t>
            </a:r>
            <a:r>
              <a:rPr lang="en-US" sz="2000" dirty="0" err="1">
                <a:solidFill>
                  <a:srgbClr val="000000"/>
                </a:solidFill>
                <a:highlight>
                  <a:srgbClr val="FFFF00"/>
                </a:highlight>
                <a:latin typeface="Univers Condensed Light"/>
              </a:rPr>
              <a:t>usuarios</a:t>
            </a:r>
            <a:r>
              <a:rPr lang="en-US" sz="2000" dirty="0">
                <a:solidFill>
                  <a:srgbClr val="000000"/>
                </a:solidFill>
                <a:highlight>
                  <a:srgbClr val="FFFF00"/>
                </a:highlight>
                <a:latin typeface="Univers Condensed Light"/>
              </a:rPr>
              <a:t>, </a:t>
            </a:r>
            <a:r>
              <a:rPr lang="en-US" sz="2000" dirty="0" err="1">
                <a:solidFill>
                  <a:srgbClr val="000000"/>
                </a:solidFill>
                <a:highlight>
                  <a:srgbClr val="FFFF00"/>
                </a:highlight>
                <a:latin typeface="Univers Condensed Light"/>
              </a:rPr>
              <a:t>catalogo</a:t>
            </a:r>
            <a:r>
              <a:rPr lang="en-US" sz="2000" dirty="0">
                <a:solidFill>
                  <a:srgbClr val="000000"/>
                </a:solidFill>
                <a:highlight>
                  <a:srgbClr val="FFFF00"/>
                </a:highlight>
                <a:latin typeface="Univers Condensed Light"/>
              </a:rPr>
              <a:t> </a:t>
            </a:r>
            <a:r>
              <a:rPr lang="en-US" sz="2000" dirty="0" err="1">
                <a:solidFill>
                  <a:srgbClr val="000000"/>
                </a:solidFill>
                <a:highlight>
                  <a:srgbClr val="FFFF00"/>
                </a:highlight>
                <a:latin typeface="Univers Condensed Light"/>
              </a:rPr>
              <a:t>recursos</a:t>
            </a:r>
            <a:r>
              <a:rPr lang="en-US" sz="2000" dirty="0">
                <a:solidFill>
                  <a:srgbClr val="000000"/>
                </a:solidFill>
                <a:highlight>
                  <a:srgbClr val="FFFF00"/>
                </a:highlight>
                <a:latin typeface="Univers Condensed Light"/>
              </a:rPr>
              <a:t> </a:t>
            </a:r>
            <a:r>
              <a:rPr lang="en-US" sz="2000" dirty="0" err="1">
                <a:solidFill>
                  <a:srgbClr val="000000"/>
                </a:solidFill>
                <a:highlight>
                  <a:srgbClr val="FFFF00"/>
                </a:highlight>
                <a:latin typeface="Univers Condensed Light"/>
              </a:rPr>
              <a:t>prestamo</a:t>
            </a:r>
            <a:r>
              <a:rPr lang="en-US" sz="2000" dirty="0">
                <a:solidFill>
                  <a:srgbClr val="000000"/>
                </a:solidFill>
                <a:highlight>
                  <a:srgbClr val="FFFF00"/>
                </a:highlight>
                <a:latin typeface="Univers Condensed Light"/>
              </a:rPr>
              <a:t> y </a:t>
            </a:r>
            <a:r>
              <a:rPr lang="en-US" sz="2000" dirty="0" err="1">
                <a:solidFill>
                  <a:srgbClr val="000000"/>
                </a:solidFill>
                <a:highlight>
                  <a:srgbClr val="FFFF00"/>
                </a:highlight>
                <a:latin typeface="Univers Condensed Light"/>
              </a:rPr>
              <a:t>devolución</a:t>
            </a:r>
            <a:r>
              <a:rPr lang="en-US" sz="2000" dirty="0">
                <a:solidFill>
                  <a:srgbClr val="000000"/>
                </a:solidFill>
                <a:highlight>
                  <a:srgbClr val="FFFF00"/>
                </a:highlight>
                <a:latin typeface="Univers Condensed Light"/>
              </a:rPr>
              <a:t> </a:t>
            </a:r>
            <a:endParaRPr lang="en-US" dirty="0"/>
          </a:p>
        </p:txBody>
      </p:sp>
      <p:sp>
        <p:nvSpPr>
          <p:cNvPr id="4" name="CuadroTexto 3">
            <a:extLst>
              <a:ext uri="{FF2B5EF4-FFF2-40B4-BE49-F238E27FC236}">
                <a16:creationId xmlns:a16="http://schemas.microsoft.com/office/drawing/2014/main" id="{11ED5B9F-ECD3-0F8B-30B8-B6E3C34F49B4}"/>
              </a:ext>
            </a:extLst>
          </p:cNvPr>
          <p:cNvSpPr txBox="1"/>
          <p:nvPr/>
        </p:nvSpPr>
        <p:spPr>
          <a:xfrm>
            <a:off x="9144000" y="263136"/>
            <a:ext cx="2532690" cy="1384995"/>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0" i="0" u="none" strike="noStrike" baseline="0">
                <a:solidFill>
                  <a:srgbClr val="444742"/>
                </a:solidFill>
                <a:latin typeface="Arial"/>
                <a:ea typeface="Arial"/>
                <a:cs typeface="Arial"/>
              </a:rPr>
              <a:t>Puede ser más de una ppt</a:t>
            </a:r>
            <a:endParaRPr lang="es-ES"/>
          </a:p>
        </p:txBody>
      </p:sp>
    </p:spTree>
    <p:extLst>
      <p:ext uri="{BB962C8B-B14F-4D97-AF65-F5344CB8AC3E}">
        <p14:creationId xmlns:p14="http://schemas.microsoft.com/office/powerpoint/2010/main" val="3895404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Símbolo dorado de signo de exclamación sobre fondo oscuro">
            <a:extLst>
              <a:ext uri="{FF2B5EF4-FFF2-40B4-BE49-F238E27FC236}">
                <a16:creationId xmlns:a16="http://schemas.microsoft.com/office/drawing/2014/main" id="{28AE9FD1-D208-4CEB-95EF-2D84905FA033}"/>
              </a:ext>
            </a:extLst>
          </p:cNvPr>
          <p:cNvPicPr>
            <a:picLocks noGrp="1" noChangeAspect="1"/>
          </p:cNvPicPr>
          <p:nvPr>
            <p:ph type="pic" sz="quarter" idx="13"/>
          </p:nvPr>
        </p:nvPicPr>
        <p:blipFill>
          <a:blip r:embed="rId3"/>
          <a:srcRect l="18165" r="18165"/>
          <a:stretch/>
        </p:blipFill>
        <p:spPr>
          <a:xfrm>
            <a:off x="559165" y="290548"/>
            <a:ext cx="3907032" cy="3928804"/>
          </a:xfrm>
        </p:spPr>
      </p:pic>
      <p:sp>
        <p:nvSpPr>
          <p:cNvPr id="2" name="Title 1">
            <a:extLst>
              <a:ext uri="{FF2B5EF4-FFF2-40B4-BE49-F238E27FC236}">
                <a16:creationId xmlns:a16="http://schemas.microsoft.com/office/drawing/2014/main" id="{CA8383C3-B7E6-C1AB-BC0A-D4AFC0B765D3}"/>
              </a:ext>
            </a:extLst>
          </p:cNvPr>
          <p:cNvSpPr>
            <a:spLocks noGrp="1"/>
          </p:cNvSpPr>
          <p:nvPr>
            <p:ph type="title"/>
          </p:nvPr>
        </p:nvSpPr>
        <p:spPr/>
        <p:txBody>
          <a:bodyPr anchor="t">
            <a:normAutofit fontScale="90000"/>
          </a:bodyPr>
          <a:lstStyle/>
          <a:p>
            <a:r>
              <a:rPr lang="en-US" dirty="0" err="1">
                <a:solidFill>
                  <a:srgbClr val="0070C0"/>
                </a:solidFill>
              </a:rPr>
              <a:t>Definición</a:t>
            </a:r>
            <a:r>
              <a:rPr lang="en-US" dirty="0">
                <a:solidFill>
                  <a:srgbClr val="0070C0"/>
                </a:solidFill>
              </a:rPr>
              <a:t> del </a:t>
            </a:r>
            <a:r>
              <a:rPr lang="en-US" dirty="0" err="1">
                <a:solidFill>
                  <a:srgbClr val="0070C0"/>
                </a:solidFill>
              </a:rPr>
              <a:t>alcance</a:t>
            </a:r>
            <a:r>
              <a:rPr lang="en-US" dirty="0">
                <a:solidFill>
                  <a:srgbClr val="0070C0"/>
                </a:solidFill>
              </a:rPr>
              <a:t> del </a:t>
            </a:r>
            <a:r>
              <a:rPr lang="en-US" dirty="0" err="1">
                <a:solidFill>
                  <a:srgbClr val="0070C0"/>
                </a:solidFill>
              </a:rPr>
              <a:t>sistema</a:t>
            </a:r>
            <a:endParaRPr lang="en-US">
              <a:solidFill>
                <a:srgbClr val="0095FF"/>
              </a:solidFill>
            </a:endParaRPr>
          </a:p>
        </p:txBody>
      </p:sp>
      <p:sp>
        <p:nvSpPr>
          <p:cNvPr id="4" name="Content Placeholder 3">
            <a:extLst>
              <a:ext uri="{FF2B5EF4-FFF2-40B4-BE49-F238E27FC236}">
                <a16:creationId xmlns:a16="http://schemas.microsoft.com/office/drawing/2014/main" id="{12DEB574-9EE2-8C57-E776-72CE3C47DDD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vert="horz" lIns="91440" tIns="45720" rIns="91440" bIns="45720" rtlCol="0" anchor="t">
            <a:normAutofit fontScale="85000" lnSpcReduction="10000"/>
          </a:bodyPr>
          <a:lstStyle/>
          <a:p>
            <a:pPr marL="0" indent="0">
              <a:spcBef>
                <a:spcPts val="2500"/>
              </a:spcBef>
              <a:buFont typeface="Arial" panose="020B0604020202020204" pitchFamily="34" charset="0"/>
              <a:buNone/>
            </a:pPr>
            <a:r>
              <a:rPr lang="en-US" b="1" dirty="0" err="1"/>
              <a:t>Funcionalidades</a:t>
            </a:r>
            <a:r>
              <a:rPr lang="en-US" b="1" dirty="0"/>
              <a:t> </a:t>
            </a:r>
            <a:r>
              <a:rPr lang="en-US" b="1" dirty="0" err="1"/>
              <a:t>incluidas</a:t>
            </a:r>
            <a:endParaRPr lang="en-US" b="1"/>
          </a:p>
          <a:p>
            <a:pPr marL="0" lvl="1" indent="0">
              <a:buFont typeface="Arial" panose="020B0604020202020204" pitchFamily="34" charset="0"/>
              <a:buNone/>
            </a:pPr>
            <a:r>
              <a:rPr dirty="0"/>
              <a:t>El </a:t>
            </a:r>
            <a:r>
              <a:rPr dirty="0" err="1"/>
              <a:t>sistema</a:t>
            </a:r>
            <a:r>
              <a:rPr dirty="0"/>
              <a:t> </a:t>
            </a:r>
            <a:r>
              <a:rPr dirty="0" err="1"/>
              <a:t>gestionará</a:t>
            </a:r>
            <a:r>
              <a:rPr dirty="0"/>
              <a:t> </a:t>
            </a:r>
            <a:r>
              <a:rPr dirty="0" err="1"/>
              <a:t>usuarios</a:t>
            </a:r>
            <a:r>
              <a:rPr dirty="0"/>
              <a:t>, </a:t>
            </a:r>
            <a:r>
              <a:rPr dirty="0" err="1"/>
              <a:t>préstamos</a:t>
            </a:r>
            <a:r>
              <a:rPr dirty="0"/>
              <a:t> de </a:t>
            </a:r>
            <a:r>
              <a:rPr dirty="0" err="1"/>
              <a:t>libros</a:t>
            </a:r>
            <a:r>
              <a:rPr dirty="0"/>
              <a:t>, consulta de </a:t>
            </a:r>
            <a:r>
              <a:rPr dirty="0" err="1"/>
              <a:t>catálogo</a:t>
            </a:r>
            <a:r>
              <a:rPr dirty="0"/>
              <a:t> y </a:t>
            </a:r>
            <a:r>
              <a:rPr dirty="0" err="1"/>
              <a:t>generación</a:t>
            </a:r>
            <a:r>
              <a:rPr dirty="0"/>
              <a:t> de </a:t>
            </a:r>
            <a:r>
              <a:rPr dirty="0" err="1"/>
              <a:t>reportes</a:t>
            </a:r>
            <a:r>
              <a:rPr dirty="0"/>
              <a:t> </a:t>
            </a:r>
            <a:r>
              <a:rPr dirty="0" err="1"/>
              <a:t>básicos</a:t>
            </a:r>
            <a:r>
              <a:rPr dirty="0"/>
              <a:t>.</a:t>
            </a:r>
            <a:endParaRPr lang="en-US" dirty="0"/>
          </a:p>
          <a:p>
            <a:pPr marL="0" indent="0">
              <a:spcBef>
                <a:spcPts val="2500"/>
              </a:spcBef>
              <a:buFont typeface="Arial" panose="020B0604020202020204" pitchFamily="34" charset="0"/>
              <a:buNone/>
            </a:pPr>
            <a:r>
              <a:rPr lang="en-US" b="1" dirty="0" err="1"/>
              <a:t>Funcionalidades</a:t>
            </a:r>
            <a:r>
              <a:rPr lang="en-US" b="1" dirty="0"/>
              <a:t> </a:t>
            </a:r>
            <a:r>
              <a:rPr lang="en-US" b="1" dirty="0" err="1"/>
              <a:t>excluidas</a:t>
            </a:r>
            <a:endParaRPr lang="en-US" b="1"/>
          </a:p>
          <a:p>
            <a:pPr marL="0" lvl="1" indent="0">
              <a:buFont typeface="Arial" panose="020B0604020202020204" pitchFamily="34" charset="0"/>
              <a:buNone/>
            </a:pPr>
            <a:r>
              <a:rPr dirty="0"/>
              <a:t>El </a:t>
            </a:r>
            <a:r>
              <a:rPr dirty="0" err="1"/>
              <a:t>sistema</a:t>
            </a:r>
            <a:r>
              <a:rPr dirty="0"/>
              <a:t> no </a:t>
            </a:r>
            <a:r>
              <a:rPr dirty="0" err="1"/>
              <a:t>incluirá</a:t>
            </a:r>
            <a:r>
              <a:rPr dirty="0"/>
              <a:t> </a:t>
            </a:r>
            <a:r>
              <a:rPr dirty="0" err="1"/>
              <a:t>gestión</a:t>
            </a:r>
            <a:r>
              <a:rPr dirty="0"/>
              <a:t> de </a:t>
            </a:r>
            <a:r>
              <a:rPr dirty="0" err="1"/>
              <a:t>compras</a:t>
            </a:r>
            <a:r>
              <a:rPr dirty="0"/>
              <a:t>, </a:t>
            </a:r>
            <a:r>
              <a:rPr dirty="0" err="1"/>
              <a:t>administración</a:t>
            </a:r>
            <a:r>
              <a:rPr dirty="0"/>
              <a:t> </a:t>
            </a:r>
            <a:r>
              <a:rPr dirty="0" err="1"/>
              <a:t>financiera</a:t>
            </a:r>
            <a:r>
              <a:rPr dirty="0"/>
              <a:t> </a:t>
            </a:r>
            <a:r>
              <a:rPr dirty="0" err="1"/>
              <a:t>ni</a:t>
            </a:r>
            <a:r>
              <a:rPr dirty="0"/>
              <a:t> </a:t>
            </a:r>
            <a:r>
              <a:rPr dirty="0" err="1"/>
              <a:t>integración</a:t>
            </a:r>
            <a:r>
              <a:rPr dirty="0"/>
              <a:t> con </a:t>
            </a:r>
            <a:r>
              <a:rPr dirty="0" err="1"/>
              <a:t>sistemas</a:t>
            </a:r>
            <a:r>
              <a:rPr dirty="0"/>
              <a:t> </a:t>
            </a:r>
            <a:r>
              <a:rPr dirty="0" err="1"/>
              <a:t>externos</a:t>
            </a:r>
            <a:r>
              <a:rPr dirty="0"/>
              <a:t> </a:t>
            </a:r>
            <a:r>
              <a:rPr dirty="0" err="1"/>
              <a:t>complejos</a:t>
            </a:r>
            <a:r>
              <a:rPr dirty="0"/>
              <a:t>.</a:t>
            </a:r>
            <a:endParaRPr lang="en-US" dirty="0"/>
          </a:p>
          <a:p>
            <a:pPr marL="0" indent="0">
              <a:spcBef>
                <a:spcPts val="2500"/>
              </a:spcBef>
              <a:buFont typeface="Arial" panose="020B0604020202020204" pitchFamily="34" charset="0"/>
              <a:buNone/>
            </a:pPr>
            <a:r>
              <a:rPr lang="en-US" b="1" dirty="0"/>
              <a:t>Organización del </a:t>
            </a:r>
            <a:r>
              <a:rPr lang="en-US" b="1" dirty="0" err="1"/>
              <a:t>sistema</a:t>
            </a:r>
            <a:endParaRPr lang="en-US" b="1"/>
          </a:p>
          <a:p>
            <a:pPr marL="0" lvl="1" indent="0">
              <a:buFont typeface="Arial" panose="020B0604020202020204" pitchFamily="34" charset="0"/>
              <a:buNone/>
            </a:pPr>
            <a:r>
              <a:rPr dirty="0"/>
              <a:t>El </a:t>
            </a:r>
            <a:r>
              <a:rPr dirty="0" err="1"/>
              <a:t>alcance</a:t>
            </a:r>
            <a:r>
              <a:rPr dirty="0"/>
              <a:t> se </a:t>
            </a:r>
            <a:r>
              <a:rPr dirty="0" err="1"/>
              <a:t>representa</a:t>
            </a:r>
            <a:r>
              <a:rPr dirty="0"/>
              <a:t> con un </a:t>
            </a:r>
            <a:r>
              <a:rPr dirty="0" err="1"/>
              <a:t>diagrama</a:t>
            </a:r>
            <a:r>
              <a:rPr dirty="0"/>
              <a:t> de árbol </a:t>
            </a:r>
            <a:r>
              <a:rPr dirty="0" err="1"/>
              <a:t>que</a:t>
            </a:r>
            <a:r>
              <a:rPr dirty="0"/>
              <a:t> </a:t>
            </a:r>
            <a:r>
              <a:rPr dirty="0" err="1"/>
              <a:t>descompone</a:t>
            </a:r>
            <a:r>
              <a:rPr dirty="0"/>
              <a:t> </a:t>
            </a:r>
            <a:r>
              <a:rPr dirty="0" err="1"/>
              <a:t>funciones</a:t>
            </a:r>
            <a:r>
              <a:rPr dirty="0"/>
              <a:t> </a:t>
            </a:r>
            <a:r>
              <a:rPr dirty="0" err="1"/>
              <a:t>principales</a:t>
            </a:r>
            <a:r>
              <a:rPr dirty="0"/>
              <a:t> </a:t>
            </a:r>
            <a:r>
              <a:rPr dirty="0" err="1"/>
              <a:t>en</a:t>
            </a:r>
            <a:r>
              <a:rPr dirty="0"/>
              <a:t> </a:t>
            </a:r>
            <a:r>
              <a:rPr dirty="0" err="1"/>
              <a:t>subfunciones</a:t>
            </a:r>
            <a:r>
              <a:rPr dirty="0"/>
              <a:t>.</a:t>
            </a:r>
            <a:endParaRPr lang="en-US" dirty="0"/>
          </a:p>
        </p:txBody>
      </p:sp>
      <p:sp>
        <p:nvSpPr>
          <p:cNvPr id="5" name="Footer Placeholder 4">
            <a:extLst>
              <a:ext uri="{FF2B5EF4-FFF2-40B4-BE49-F238E27FC236}">
                <a16:creationId xmlns:a16="http://schemas.microsoft.com/office/drawing/2014/main" id="{A9273ADC-454C-7ABC-7B8F-398ABF1B766E}"/>
              </a:ext>
            </a:extLst>
          </p:cNvPr>
          <p:cNvSpPr>
            <a:spLocks noGrp="1"/>
          </p:cNvSpPr>
          <p:nvPr>
            <p:ph type="ftr" sz="quarter" idx="11"/>
          </p:nvPr>
        </p:nvSpPr>
        <p:spPr/>
        <p:txBody>
          <a:bodyPr anchor="ctr">
            <a:normAutofit fontScale="92500" lnSpcReduction="10000"/>
          </a:bodyPr>
          <a:lstStyle/>
          <a:p>
            <a:pPr rtl="0">
              <a:lnSpc>
                <a:spcPct val="90000"/>
              </a:lnSpc>
              <a:spcAft>
                <a:spcPts val="600"/>
              </a:spcAft>
            </a:pPr>
            <a:r>
              <a:rPr lang="es"/>
              <a:t>Ejemplo de Texto de pie de página</a:t>
            </a:r>
          </a:p>
        </p:txBody>
      </p:sp>
      <p:sp>
        <p:nvSpPr>
          <p:cNvPr id="6" name="Date Placeholder 5">
            <a:extLst>
              <a:ext uri="{FF2B5EF4-FFF2-40B4-BE49-F238E27FC236}">
                <a16:creationId xmlns:a16="http://schemas.microsoft.com/office/drawing/2014/main" id="{AD7435CD-5DDA-1FEB-F936-A9A7AC8CC76F}"/>
              </a:ext>
            </a:extLst>
          </p:cNvPr>
          <p:cNvSpPr>
            <a:spLocks noGrp="1"/>
          </p:cNvSpPr>
          <p:nvPr>
            <p:ph type="dt" sz="half" idx="10"/>
          </p:nvPr>
        </p:nvSpPr>
        <p:spPr/>
        <p:txBody>
          <a:bodyPr anchor="ctr">
            <a:normAutofit/>
          </a:bodyPr>
          <a:lstStyle/>
          <a:p>
            <a:pPr rtl="0">
              <a:spcAft>
                <a:spcPts val="600"/>
              </a:spcAft>
            </a:pPr>
            <a:r>
              <a:rPr lang="en-US"/>
              <a:t>11/8/2025</a:t>
            </a:r>
          </a:p>
        </p:txBody>
      </p:sp>
      <p:sp>
        <p:nvSpPr>
          <p:cNvPr id="7" name="Slide Number Placeholder 6">
            <a:extLst>
              <a:ext uri="{FF2B5EF4-FFF2-40B4-BE49-F238E27FC236}">
                <a16:creationId xmlns:a16="http://schemas.microsoft.com/office/drawing/2014/main" id="{8BCD8936-11FA-C75E-FEF4-6ABA561B7E20}"/>
              </a:ext>
            </a:extLst>
          </p:cNvPr>
          <p:cNvSpPr>
            <a:spLocks noGrp="1"/>
          </p:cNvSpPr>
          <p:nvPr>
            <p:ph type="sldNum" sz="quarter" idx="12"/>
          </p:nvPr>
        </p:nvSpPr>
        <p:spPr/>
        <p:txBody>
          <a:bodyPr anchor="ctr">
            <a:normAutofit/>
          </a:bodyPr>
          <a:lstStyle/>
          <a:p>
            <a:pPr rtl="0">
              <a:spcAft>
                <a:spcPts val="600"/>
              </a:spcAft>
            </a:pPr>
            <a:fld id="{27F8DDA4-3B80-4E8A-A8F5-521F73BF9127}" type="slidenum">
              <a:rPr lang="en-US" smtClean="0"/>
              <a:pPr rtl="0">
                <a:spcAft>
                  <a:spcPts val="600"/>
                </a:spcAft>
              </a:pPr>
              <a:t>7</a:t>
            </a:fld>
            <a:endParaRPr lang="en-US"/>
          </a:p>
        </p:txBody>
      </p:sp>
    </p:spTree>
    <p:extLst>
      <p:ext uri="{BB962C8B-B14F-4D97-AF65-F5344CB8AC3E}">
        <p14:creationId xmlns:p14="http://schemas.microsoft.com/office/powerpoint/2010/main" val="40043061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EDE173-5824-09A9-E3A8-0FB1B1BD3973}"/>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43CC846-A34D-DA52-31DC-AE0B3763D165}"/>
              </a:ext>
            </a:extLst>
          </p:cNvPr>
          <p:cNvSpPr>
            <a:spLocks noGrp="1"/>
          </p:cNvSpPr>
          <p:nvPr>
            <p:ph type="title"/>
          </p:nvPr>
        </p:nvSpPr>
        <p:spPr>
          <a:xfrm>
            <a:off x="1051560" y="586822"/>
            <a:ext cx="3657600" cy="1645920"/>
          </a:xfrm>
        </p:spPr>
        <p:txBody>
          <a:bodyPr vert="horz" lIns="91440" tIns="45720" rIns="91440" bIns="45720" rtlCol="0" anchor="ctr">
            <a:normAutofit/>
          </a:bodyPr>
          <a:lstStyle/>
          <a:p>
            <a:r>
              <a:rPr lang="en-US" sz="3200" b="1"/>
              <a:t>usuarios del sistema</a:t>
            </a:r>
          </a:p>
        </p:txBody>
      </p:sp>
      <p:sp>
        <p:nvSpPr>
          <p:cNvPr id="21" name="Rectangle 20">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3" name="Rectangle 22">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Content Placeholder 3">
            <a:extLst>
              <a:ext uri="{FF2B5EF4-FFF2-40B4-BE49-F238E27FC236}">
                <a16:creationId xmlns:a16="http://schemas.microsoft.com/office/drawing/2014/main" id="{A09CDE58-398E-10B5-57BB-2246B81DC7E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50106" y="586822"/>
            <a:ext cx="6106742" cy="1645920"/>
          </a:xfrm>
        </p:spPr>
        <p:txBody>
          <a:bodyPr>
            <a:normAutofit/>
          </a:bodyPr>
          <a:lstStyle/>
          <a:p>
            <a:pPr marL="0" indent="0">
              <a:spcBef>
                <a:spcPts val="2500"/>
              </a:spcBef>
              <a:buNone/>
            </a:pPr>
            <a:r>
              <a:rPr lang="en-US" sz="1400" b="1"/>
              <a:t>Usuarios involucrados</a:t>
            </a:r>
          </a:p>
          <a:p>
            <a:pPr marL="0" lvl="1" indent="0">
              <a:buNone/>
            </a:pPr>
            <a:r>
              <a:rPr lang="en-US" sz="1400"/>
              <a:t>Los usuarios clave son por ejemplo: bibliotecario, asistente de biblioteca,  estudiante y administrador de sistema , que definen los requerimientos funcionales.</a:t>
            </a:r>
          </a:p>
        </p:txBody>
      </p:sp>
      <p:pic>
        <p:nvPicPr>
          <p:cNvPr id="12" name="Content Placeholder 7" descr="Pensar en progreso, buscar ideas. Hombre de negocios con un traje negro con engranajes (símbolo de progreso) en lugar de cabeza. Desde pequeñas hasta medianas y grandes. Flecha apuntando de uno a otro.">
            <a:extLst>
              <a:ext uri="{FF2B5EF4-FFF2-40B4-BE49-F238E27FC236}">
                <a16:creationId xmlns:a16="http://schemas.microsoft.com/office/drawing/2014/main" id="{E41E620E-B0AA-F042-0B63-8594F75C5379}"/>
              </a:ext>
            </a:extLst>
          </p:cNvPr>
          <p:cNvPicPr>
            <a:picLocks noGrp="1" noChangeAspect="1"/>
          </p:cNvPicPr>
          <p:nvPr>
            <p:ph type="pic" sz="quarter" idx="13"/>
          </p:nvPr>
        </p:nvPicPr>
        <p:blipFill>
          <a:blip r:embed="rId3"/>
          <a:srcRect l="16828" r="16828"/>
          <a:stretch/>
        </p:blipFill>
        <p:spPr>
          <a:xfrm>
            <a:off x="704781" y="2593537"/>
            <a:ext cx="3462674" cy="3483864"/>
          </a:xfrm>
          <a:prstGeom prst="rect">
            <a:avLst/>
          </a:prstGeom>
        </p:spPr>
      </p:pic>
      <p:sp>
        <p:nvSpPr>
          <p:cNvPr id="6" name="Date Placeholder 5">
            <a:extLst>
              <a:ext uri="{FF2B5EF4-FFF2-40B4-BE49-F238E27FC236}">
                <a16:creationId xmlns:a16="http://schemas.microsoft.com/office/drawing/2014/main" id="{4C2D1B52-B242-66B6-206D-4D819054CA78}"/>
              </a:ext>
            </a:extLst>
          </p:cNvPr>
          <p:cNvSpPr>
            <a:spLocks noGrp="1"/>
          </p:cNvSpPr>
          <p:nvPr>
            <p:ph type="dt" sz="half" idx="10"/>
          </p:nvPr>
        </p:nvSpPr>
        <p:spPr>
          <a:xfrm>
            <a:off x="1051560" y="6356350"/>
            <a:ext cx="2529840" cy="365125"/>
          </a:xfrm>
        </p:spPr>
        <p:txBody>
          <a:bodyPr vert="horz" lIns="91440" tIns="45720" rIns="91440" bIns="45720" rtlCol="0" anchor="ctr">
            <a:normAutofit/>
          </a:bodyPr>
          <a:lstStyle/>
          <a:p>
            <a:pPr>
              <a:spcAft>
                <a:spcPts val="600"/>
              </a:spcAft>
            </a:pPr>
            <a:r>
              <a:rPr lang="en-US">
                <a:solidFill>
                  <a:schemeClr val="tx1">
                    <a:lumMod val="50000"/>
                    <a:lumOff val="50000"/>
                  </a:schemeClr>
                </a:solidFill>
              </a:rPr>
              <a:t>11/8/2025</a:t>
            </a:r>
          </a:p>
        </p:txBody>
      </p:sp>
      <p:sp>
        <p:nvSpPr>
          <p:cNvPr id="5" name="Footer Placeholder 4">
            <a:extLst>
              <a:ext uri="{FF2B5EF4-FFF2-40B4-BE49-F238E27FC236}">
                <a16:creationId xmlns:a16="http://schemas.microsoft.com/office/drawing/2014/main" id="{BAE739D3-B37D-7A77-B537-DFC21A3C8104}"/>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lgn="ctr">
              <a:spcAft>
                <a:spcPts val="600"/>
              </a:spcAft>
            </a:pPr>
            <a:r>
              <a:rPr lang="en-US" kern="1200">
                <a:solidFill>
                  <a:schemeClr val="tx1">
                    <a:lumMod val="50000"/>
                    <a:lumOff val="50000"/>
                  </a:schemeClr>
                </a:solidFill>
                <a:latin typeface="+mn-lt"/>
                <a:ea typeface="+mn-ea"/>
                <a:cs typeface="+mn-cs"/>
              </a:rPr>
              <a:t>Ejemplo de Texto de pie de página</a:t>
            </a:r>
          </a:p>
        </p:txBody>
      </p:sp>
      <p:sp>
        <p:nvSpPr>
          <p:cNvPr id="7" name="Slide Number Placeholder 6">
            <a:extLst>
              <a:ext uri="{FF2B5EF4-FFF2-40B4-BE49-F238E27FC236}">
                <a16:creationId xmlns:a16="http://schemas.microsoft.com/office/drawing/2014/main" id="{AD196D25-1A92-5405-3288-A02EB4F62B36}"/>
              </a:ext>
            </a:extLst>
          </p:cNvPr>
          <p:cNvSpPr>
            <a:spLocks noGrp="1"/>
          </p:cNvSpPr>
          <p:nvPr>
            <p:ph type="sldNum" sz="quarter" idx="12"/>
          </p:nvPr>
        </p:nvSpPr>
        <p:spPr>
          <a:xfrm>
            <a:off x="8610600" y="6356350"/>
            <a:ext cx="2746248" cy="365125"/>
          </a:xfrm>
        </p:spPr>
        <p:txBody>
          <a:bodyPr vert="horz" lIns="91440" tIns="45720" rIns="91440" bIns="45720" rtlCol="0" anchor="ctr">
            <a:normAutofit/>
          </a:bodyPr>
          <a:lstStyle/>
          <a:p>
            <a:pPr>
              <a:spcAft>
                <a:spcPts val="600"/>
              </a:spcAft>
            </a:pPr>
            <a:fld id="{27F8DDA4-3B80-4E8A-A8F5-521F73BF9127}" type="slidenum">
              <a:rPr lang="en-US">
                <a:solidFill>
                  <a:schemeClr val="tx1">
                    <a:lumMod val="50000"/>
                    <a:lumOff val="50000"/>
                  </a:schemeClr>
                </a:solidFill>
              </a:rPr>
              <a:pPr>
                <a:spcAft>
                  <a:spcPts val="600"/>
                </a:spcAft>
              </a:pPr>
              <a:t>8</a:t>
            </a:fld>
            <a:endParaRPr lang="en-US">
              <a:solidFill>
                <a:schemeClr val="tx1">
                  <a:lumMod val="50000"/>
                  <a:lumOff val="50000"/>
                </a:schemeClr>
              </a:solidFill>
            </a:endParaRPr>
          </a:p>
        </p:txBody>
      </p:sp>
      <p:graphicFrame>
        <p:nvGraphicFramePr>
          <p:cNvPr id="10" name="Tabla 9">
            <a:extLst>
              <a:ext uri="{FF2B5EF4-FFF2-40B4-BE49-F238E27FC236}">
                <a16:creationId xmlns:a16="http://schemas.microsoft.com/office/drawing/2014/main" id="{17B0BE1A-8A33-C67E-4226-111221865EA1}"/>
              </a:ext>
            </a:extLst>
          </p:cNvPr>
          <p:cNvGraphicFramePr>
            <a:graphicFrameLocks noGrp="1"/>
          </p:cNvGraphicFramePr>
          <p:nvPr>
            <p:extLst>
              <p:ext uri="{D42A27DB-BD31-4B8C-83A1-F6EECF244321}">
                <p14:modId xmlns:p14="http://schemas.microsoft.com/office/powerpoint/2010/main" val="630069279"/>
              </p:ext>
            </p:extLst>
          </p:nvPr>
        </p:nvGraphicFramePr>
        <p:xfrm>
          <a:off x="6198781" y="3004280"/>
          <a:ext cx="5523082" cy="2934100"/>
        </p:xfrm>
        <a:graphic>
          <a:graphicData uri="http://schemas.openxmlformats.org/drawingml/2006/table">
            <a:tbl>
              <a:tblPr firstRow="1" bandRow="1">
                <a:solidFill>
                  <a:srgbClr val="F2F2F2">
                    <a:alpha val="45098"/>
                  </a:srgbClr>
                </a:solidFill>
                <a:tableStyleId>{9D7B26C5-4107-4FEC-AEDC-1716B250A1EF}</a:tableStyleId>
              </a:tblPr>
              <a:tblGrid>
                <a:gridCol w="1849182">
                  <a:extLst>
                    <a:ext uri="{9D8B030D-6E8A-4147-A177-3AD203B41FA5}">
                      <a16:colId xmlns:a16="http://schemas.microsoft.com/office/drawing/2014/main" val="1256319779"/>
                    </a:ext>
                  </a:extLst>
                </a:gridCol>
                <a:gridCol w="3673900">
                  <a:extLst>
                    <a:ext uri="{9D8B030D-6E8A-4147-A177-3AD203B41FA5}">
                      <a16:colId xmlns:a16="http://schemas.microsoft.com/office/drawing/2014/main" val="3120316810"/>
                    </a:ext>
                  </a:extLst>
                </a:gridCol>
              </a:tblGrid>
              <a:tr h="495520">
                <a:tc>
                  <a:txBody>
                    <a:bodyPr/>
                    <a:lstStyle/>
                    <a:p>
                      <a:r>
                        <a:rPr lang="es-ES" sz="1800" b="0" cap="none" spc="0" err="1">
                          <a:solidFill>
                            <a:schemeClr val="bg1"/>
                          </a:solidFill>
                        </a:rPr>
                        <a:t>usuar</a:t>
                      </a:r>
                      <a:r>
                        <a:rPr lang="es-ES" sz="1800" b="0" cap="none" spc="0">
                          <a:solidFill>
                            <a:schemeClr val="bg1"/>
                          </a:solidFill>
                        </a:rPr>
                        <a:t>io</a:t>
                      </a:r>
                    </a:p>
                  </a:txBody>
                  <a:tcPr marL="117052" marR="117052" marT="117052" marB="58526" anchor="ctr">
                    <a:lnL w="12700" cmpd="sng">
                      <a:noFill/>
                    </a:lnL>
                    <a:lnR w="12700" cmpd="sng">
                      <a:noFill/>
                    </a:lnR>
                    <a:lnT w="19050" cap="flat" cmpd="sng" algn="ctr">
                      <a:noFill/>
                      <a:prstDash val="solid"/>
                    </a:lnT>
                    <a:lnB w="38100" cmpd="sng">
                      <a:noFill/>
                    </a:lnB>
                    <a:solidFill>
                      <a:schemeClr val="tx1"/>
                    </a:solidFill>
                  </a:tcPr>
                </a:tc>
                <a:tc>
                  <a:txBody>
                    <a:bodyPr/>
                    <a:lstStyle/>
                    <a:p>
                      <a:r>
                        <a:rPr lang="es-ES" sz="1800" b="0" cap="none" spc="0">
                          <a:solidFill>
                            <a:schemeClr val="bg1"/>
                          </a:solidFill>
                        </a:rPr>
                        <a:t>Descripción breve</a:t>
                      </a:r>
                    </a:p>
                  </a:txBody>
                  <a:tcPr marL="117052" marR="117052" marT="117052" marB="58526" anchor="ctr">
                    <a:lnL w="12700" cmpd="sng">
                      <a:noFill/>
                    </a:lnL>
                    <a:lnR w="12700" cmpd="sng">
                      <a:noFill/>
                    </a:lnR>
                    <a:lnT w="19050" cap="flat" cmpd="sng" algn="ctr">
                      <a:noFill/>
                      <a:prstDash val="solid"/>
                    </a:lnT>
                    <a:lnB w="38100" cmpd="sng">
                      <a:noFill/>
                    </a:lnB>
                    <a:solidFill>
                      <a:schemeClr val="tx1"/>
                    </a:solidFill>
                  </a:tcPr>
                </a:tc>
                <a:extLst>
                  <a:ext uri="{0D108BD9-81ED-4DB2-BD59-A6C34878D82A}">
                    <a16:rowId xmlns:a16="http://schemas.microsoft.com/office/drawing/2014/main" val="2180480585"/>
                  </a:ext>
                </a:extLst>
              </a:tr>
              <a:tr h="487716">
                <a:tc>
                  <a:txBody>
                    <a:bodyPr/>
                    <a:lstStyle/>
                    <a:p>
                      <a:endParaRPr lang="es-ES" sz="1500" cap="none" spc="0">
                        <a:solidFill>
                          <a:schemeClr val="tx1"/>
                        </a:solidFill>
                      </a:endParaRPr>
                    </a:p>
                  </a:txBody>
                  <a:tcPr marL="117052" marR="117052" marT="117052" marB="58526">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endParaRPr lang="es-ES" sz="1500" cap="none" spc="0">
                        <a:solidFill>
                          <a:schemeClr val="tx1"/>
                        </a:solidFill>
                      </a:endParaRPr>
                    </a:p>
                  </a:txBody>
                  <a:tcPr marL="117052" marR="117052" marT="117052" marB="58526">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272316980"/>
                  </a:ext>
                </a:extLst>
              </a:tr>
              <a:tr h="487716">
                <a:tc>
                  <a:txBody>
                    <a:bodyPr/>
                    <a:lstStyle/>
                    <a:p>
                      <a:endParaRPr lang="es-ES" sz="1500" cap="none" spc="0">
                        <a:solidFill>
                          <a:schemeClr val="tx1"/>
                        </a:solidFill>
                      </a:endParaRPr>
                    </a:p>
                  </a:txBody>
                  <a:tcPr marL="117052" marR="117052" marT="117052" marB="58526">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endParaRPr lang="es-ES" sz="1500" cap="none" spc="0">
                        <a:solidFill>
                          <a:schemeClr val="tx1"/>
                        </a:solidFill>
                      </a:endParaRPr>
                    </a:p>
                  </a:txBody>
                  <a:tcPr marL="117052" marR="117052" marT="117052" marB="58526">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242251500"/>
                  </a:ext>
                </a:extLst>
              </a:tr>
              <a:tr h="487716">
                <a:tc>
                  <a:txBody>
                    <a:bodyPr/>
                    <a:lstStyle/>
                    <a:p>
                      <a:endParaRPr lang="es-ES" sz="1500" cap="none" spc="0">
                        <a:solidFill>
                          <a:schemeClr val="tx1"/>
                        </a:solidFill>
                      </a:endParaRPr>
                    </a:p>
                  </a:txBody>
                  <a:tcPr marL="117052" marR="117052" marT="117052" marB="58526">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endParaRPr lang="es-ES" sz="1500" cap="none" spc="0">
                        <a:solidFill>
                          <a:schemeClr val="tx1"/>
                        </a:solidFill>
                      </a:endParaRPr>
                    </a:p>
                  </a:txBody>
                  <a:tcPr marL="117052" marR="117052" marT="117052" marB="58526">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2698515462"/>
                  </a:ext>
                </a:extLst>
              </a:tr>
              <a:tr h="487716">
                <a:tc>
                  <a:txBody>
                    <a:bodyPr/>
                    <a:lstStyle/>
                    <a:p>
                      <a:pPr lvl="0">
                        <a:buNone/>
                      </a:pPr>
                      <a:endParaRPr lang="es-ES" sz="1500" cap="none" spc="0">
                        <a:solidFill>
                          <a:schemeClr val="tx1"/>
                        </a:solidFill>
                      </a:endParaRPr>
                    </a:p>
                  </a:txBody>
                  <a:tcPr marL="117052" marR="117052" marT="117052" marB="58526">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lvl="0">
                        <a:buNone/>
                      </a:pPr>
                      <a:endParaRPr lang="es-ES" sz="1500" cap="none" spc="0">
                        <a:solidFill>
                          <a:schemeClr val="tx1"/>
                        </a:solidFill>
                      </a:endParaRPr>
                    </a:p>
                  </a:txBody>
                  <a:tcPr marL="117052" marR="117052" marT="117052" marB="58526">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3465534784"/>
                  </a:ext>
                </a:extLst>
              </a:tr>
              <a:tr h="487716">
                <a:tc>
                  <a:txBody>
                    <a:bodyPr/>
                    <a:lstStyle/>
                    <a:p>
                      <a:pPr lvl="0">
                        <a:buNone/>
                      </a:pPr>
                      <a:endParaRPr lang="es-ES" sz="1500" cap="none" spc="0">
                        <a:solidFill>
                          <a:schemeClr val="tx1"/>
                        </a:solidFill>
                      </a:endParaRPr>
                    </a:p>
                  </a:txBody>
                  <a:tcPr marL="117052" marR="117052" marT="117052" marB="58526">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tc>
                  <a:txBody>
                    <a:bodyPr/>
                    <a:lstStyle/>
                    <a:p>
                      <a:pPr lvl="0">
                        <a:buNone/>
                      </a:pPr>
                      <a:endParaRPr lang="es-ES" sz="1500" cap="none" spc="0">
                        <a:solidFill>
                          <a:schemeClr val="tx1"/>
                        </a:solidFill>
                      </a:endParaRPr>
                    </a:p>
                  </a:txBody>
                  <a:tcPr marL="117052" marR="117052" marT="117052" marB="58526">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extLst>
                  <a:ext uri="{0D108BD9-81ED-4DB2-BD59-A6C34878D82A}">
                    <a16:rowId xmlns:a16="http://schemas.microsoft.com/office/drawing/2014/main" val="1681211747"/>
                  </a:ext>
                </a:extLst>
              </a:tr>
            </a:tbl>
          </a:graphicData>
        </a:graphic>
      </p:graphicFrame>
      <p:sp>
        <p:nvSpPr>
          <p:cNvPr id="15" name="CuadroTexto 5">
            <a:extLst>
              <a:ext uri="{FF2B5EF4-FFF2-40B4-BE49-F238E27FC236}">
                <a16:creationId xmlns:a16="http://schemas.microsoft.com/office/drawing/2014/main" id="{1AC4878D-C02D-9681-1891-3AE49E4F02C1}"/>
              </a:ext>
            </a:extLst>
          </p:cNvPr>
          <p:cNvSpPr txBox="1"/>
          <p:nvPr/>
        </p:nvSpPr>
        <p:spPr>
          <a:xfrm>
            <a:off x="792966" y="5585409"/>
            <a:ext cx="3057511" cy="954107"/>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2800" dirty="0">
                <a:solidFill>
                  <a:srgbClr val="444742"/>
                </a:solidFill>
                <a:latin typeface="Arial"/>
                <a:cs typeface="Arial"/>
              </a:rPr>
              <a:t>Una sola ppt , </a:t>
            </a:r>
            <a:r>
              <a:rPr lang="en-US" sz="2800" dirty="0" err="1">
                <a:solidFill>
                  <a:srgbClr val="444742"/>
                </a:solidFill>
                <a:latin typeface="Arial"/>
                <a:cs typeface="Arial"/>
              </a:rPr>
              <a:t>graficas</a:t>
            </a:r>
            <a:r>
              <a:rPr lang="en-US" sz="2800" dirty="0">
                <a:solidFill>
                  <a:srgbClr val="444742"/>
                </a:solidFill>
                <a:latin typeface="Arial"/>
                <a:cs typeface="Arial"/>
              </a:rPr>
              <a:t> o </a:t>
            </a:r>
            <a:r>
              <a:rPr lang="en-US" sz="2800" dirty="0" err="1">
                <a:solidFill>
                  <a:srgbClr val="444742"/>
                </a:solidFill>
                <a:latin typeface="Arial"/>
                <a:cs typeface="Arial"/>
              </a:rPr>
              <a:t>tabl</a:t>
            </a:r>
            <a:r>
              <a:rPr lang="en-US" sz="2800" dirty="0">
                <a:solidFill>
                  <a:srgbClr val="444742"/>
                </a:solidFill>
                <a:latin typeface="Arial"/>
                <a:cs typeface="Arial"/>
              </a:rPr>
              <a:t>a </a:t>
            </a:r>
          </a:p>
        </p:txBody>
      </p:sp>
    </p:spTree>
    <p:extLst>
      <p:ext uri="{BB962C8B-B14F-4D97-AF65-F5344CB8AC3E}">
        <p14:creationId xmlns:p14="http://schemas.microsoft.com/office/powerpoint/2010/main" val="32452621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Cuadernos de notas y cuadrículas con lápiz">
            <a:extLst>
              <a:ext uri="{FF2B5EF4-FFF2-40B4-BE49-F238E27FC236}">
                <a16:creationId xmlns:a16="http://schemas.microsoft.com/office/drawing/2014/main" id="{28FAB8D9-AE3D-4418-ABDC-BB2E94405C95}"/>
              </a:ext>
            </a:extLst>
          </p:cNvPr>
          <p:cNvPicPr>
            <a:picLocks noGrp="1" noChangeAspect="1"/>
          </p:cNvPicPr>
          <p:nvPr>
            <p:ph type="pic" sz="quarter" idx="13"/>
          </p:nvPr>
        </p:nvPicPr>
        <p:blipFill>
          <a:blip>
            <a:extLst>
              <a:ext uri="{96DAC541-7B7A-43D3-8B79-37D633B846F1}">
                <asvg:svgBlip xmlns:asvg="http://schemas.microsoft.com/office/drawing/2016/SVG/main" r:embed="rId3"/>
              </a:ext>
            </a:extLst>
          </a:blip>
          <a:srcRect l="1036" r="1036"/>
          <a:stretch/>
        </p:blipFill>
        <p:spPr>
          <a:xfrm>
            <a:off x="679770" y="1704908"/>
            <a:ext cx="3101176" cy="3166804"/>
          </a:xfrm>
        </p:spPr>
      </p:pic>
      <p:sp>
        <p:nvSpPr>
          <p:cNvPr id="2" name="Title 1">
            <a:extLst>
              <a:ext uri="{FF2B5EF4-FFF2-40B4-BE49-F238E27FC236}">
                <a16:creationId xmlns:a16="http://schemas.microsoft.com/office/drawing/2014/main" id="{EF7075EB-C647-1A2C-41B5-3566F5E50FE2}"/>
              </a:ext>
            </a:extLst>
          </p:cNvPr>
          <p:cNvSpPr>
            <a:spLocks noGrp="1"/>
          </p:cNvSpPr>
          <p:nvPr>
            <p:ph type="title"/>
          </p:nvPr>
        </p:nvSpPr>
        <p:spPr>
          <a:xfrm>
            <a:off x="371653" y="333855"/>
            <a:ext cx="4780509" cy="1380814"/>
          </a:xfrm>
        </p:spPr>
        <p:txBody>
          <a:bodyPr anchor="t">
            <a:normAutofit/>
          </a:bodyPr>
          <a:lstStyle/>
          <a:p>
            <a:pPr>
              <a:lnSpc>
                <a:spcPct val="90000"/>
              </a:lnSpc>
            </a:pPr>
            <a:r>
              <a:rPr lang="en-US" sz="2600" b="1" dirty="0" err="1">
                <a:solidFill>
                  <a:srgbClr val="0070C0"/>
                </a:solidFill>
              </a:rPr>
              <a:t>Metodología</a:t>
            </a:r>
            <a:r>
              <a:rPr lang="en-US" sz="2600" b="1" dirty="0">
                <a:solidFill>
                  <a:srgbClr val="0070C0"/>
                </a:solidFill>
              </a:rPr>
              <a:t> de </a:t>
            </a:r>
            <a:r>
              <a:rPr lang="en-US" sz="2600" b="1" dirty="0" err="1">
                <a:solidFill>
                  <a:srgbClr val="0070C0"/>
                </a:solidFill>
              </a:rPr>
              <a:t>desarrollo</a:t>
            </a:r>
            <a:r>
              <a:rPr lang="en-US" sz="2600" b="1" dirty="0">
                <a:solidFill>
                  <a:srgbClr val="0070C0"/>
                </a:solidFill>
              </a:rPr>
              <a:t> </a:t>
            </a:r>
            <a:r>
              <a:rPr lang="en-US" sz="2600" b="1" dirty="0" err="1">
                <a:solidFill>
                  <a:srgbClr val="0070C0"/>
                </a:solidFill>
              </a:rPr>
              <a:t>seleccionada</a:t>
            </a:r>
            <a:endParaRPr lang="en-US" sz="2600" b="1">
              <a:solidFill>
                <a:srgbClr val="0070C0"/>
              </a:solidFill>
            </a:endParaRPr>
          </a:p>
        </p:txBody>
      </p:sp>
      <p:sp>
        <p:nvSpPr>
          <p:cNvPr id="4" name="Content Placeholder 3">
            <a:extLst>
              <a:ext uri="{FF2B5EF4-FFF2-40B4-BE49-F238E27FC236}">
                <a16:creationId xmlns:a16="http://schemas.microsoft.com/office/drawing/2014/main" id="{512A78DD-8E6F-F24F-53F5-B31ADCDA7E2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vert="horz" lIns="91440" tIns="45720" rIns="91440" bIns="45720" rtlCol="0" anchor="t">
            <a:normAutofit fontScale="77500" lnSpcReduction="20000"/>
          </a:bodyPr>
          <a:lstStyle/>
          <a:p>
            <a:pPr marL="0" indent="0">
              <a:spcBef>
                <a:spcPts val="2500"/>
              </a:spcBef>
              <a:buFont typeface="Arial" panose="020B0604020202020204" pitchFamily="34" charset="0"/>
              <a:buNone/>
            </a:pPr>
            <a:r>
              <a:rPr lang="en-US" b="1" dirty="0" err="1"/>
              <a:t>Importancia</a:t>
            </a:r>
            <a:r>
              <a:rPr lang="en-US" b="1" dirty="0"/>
              <a:t> de la </a:t>
            </a:r>
            <a:r>
              <a:rPr lang="en-US" b="1" dirty="0" err="1"/>
              <a:t>selección</a:t>
            </a:r>
            <a:r>
              <a:rPr lang="en-US" b="1" dirty="0"/>
              <a:t> </a:t>
            </a:r>
            <a:r>
              <a:rPr lang="en-US" b="1" dirty="0" err="1"/>
              <a:t>metodológica</a:t>
            </a:r>
            <a:endParaRPr lang="en-US" b="1"/>
          </a:p>
          <a:p>
            <a:pPr marL="0" lvl="1" indent="0">
              <a:buFont typeface="Arial" panose="020B0604020202020204" pitchFamily="34" charset="0"/>
              <a:buNone/>
            </a:pPr>
            <a:r>
              <a:rPr dirty="0"/>
              <a:t>La </a:t>
            </a:r>
            <a:r>
              <a:rPr dirty="0" err="1"/>
              <a:t>elección</a:t>
            </a:r>
            <a:r>
              <a:rPr dirty="0"/>
              <a:t> de la </a:t>
            </a:r>
            <a:r>
              <a:rPr dirty="0" err="1"/>
              <a:t>metodología</a:t>
            </a:r>
            <a:r>
              <a:rPr dirty="0"/>
              <a:t> </a:t>
            </a:r>
            <a:r>
              <a:rPr dirty="0" err="1"/>
              <a:t>debe</a:t>
            </a:r>
            <a:r>
              <a:rPr dirty="0"/>
              <a:t> </a:t>
            </a:r>
            <a:r>
              <a:rPr dirty="0" err="1"/>
              <a:t>ajustarse</a:t>
            </a:r>
            <a:r>
              <a:rPr dirty="0"/>
              <a:t> al </a:t>
            </a:r>
            <a:r>
              <a:rPr dirty="0" err="1"/>
              <a:t>contexto</a:t>
            </a:r>
            <a:r>
              <a:rPr dirty="0"/>
              <a:t> y </a:t>
            </a:r>
            <a:r>
              <a:rPr dirty="0" err="1"/>
              <a:t>características</a:t>
            </a:r>
            <a:r>
              <a:rPr dirty="0"/>
              <a:t> del </a:t>
            </a:r>
            <a:r>
              <a:rPr dirty="0" err="1"/>
              <a:t>proyecto</a:t>
            </a:r>
            <a:r>
              <a:rPr dirty="0"/>
              <a:t> para </a:t>
            </a:r>
            <a:r>
              <a:rPr dirty="0" err="1"/>
              <a:t>asegurar</a:t>
            </a:r>
            <a:r>
              <a:rPr dirty="0"/>
              <a:t> </a:t>
            </a:r>
            <a:r>
              <a:rPr dirty="0" err="1"/>
              <a:t>su</a:t>
            </a:r>
            <a:r>
              <a:rPr dirty="0"/>
              <a:t> </a:t>
            </a:r>
            <a:r>
              <a:rPr dirty="0" err="1"/>
              <a:t>éxito</a:t>
            </a:r>
            <a:r>
              <a:rPr dirty="0"/>
              <a:t>.</a:t>
            </a:r>
            <a:endParaRPr lang="en-US" dirty="0"/>
          </a:p>
          <a:p>
            <a:pPr marL="0" indent="0">
              <a:spcBef>
                <a:spcPts val="2500"/>
              </a:spcBef>
              <a:buFont typeface="Arial" panose="020B0604020202020204" pitchFamily="34" charset="0"/>
              <a:buNone/>
            </a:pPr>
            <a:r>
              <a:rPr lang="en-US" b="1" dirty="0" err="1"/>
              <a:t>Justificación</a:t>
            </a:r>
            <a:r>
              <a:rPr lang="en-US" b="1" dirty="0"/>
              <a:t> de la </a:t>
            </a:r>
            <a:r>
              <a:rPr lang="en-US" b="1" dirty="0" err="1"/>
              <a:t>elección</a:t>
            </a:r>
            <a:endParaRPr lang="en-US" b="1"/>
          </a:p>
          <a:p>
            <a:pPr marL="0" lvl="1" indent="0">
              <a:buFont typeface="Arial" panose="020B0604020202020204" pitchFamily="34" charset="0"/>
              <a:buNone/>
            </a:pPr>
            <a:r>
              <a:rPr dirty="0"/>
              <a:t>Es fundamental </a:t>
            </a:r>
            <a:r>
              <a:rPr dirty="0" err="1"/>
              <a:t>explicar</a:t>
            </a:r>
            <a:r>
              <a:rPr dirty="0"/>
              <a:t> </a:t>
            </a:r>
            <a:r>
              <a:rPr dirty="0" err="1"/>
              <a:t>por</a:t>
            </a:r>
            <a:r>
              <a:rPr dirty="0"/>
              <a:t> </a:t>
            </a:r>
            <a:r>
              <a:rPr dirty="0" err="1"/>
              <a:t>qué</a:t>
            </a:r>
            <a:r>
              <a:rPr dirty="0"/>
              <a:t> se </a:t>
            </a:r>
            <a:r>
              <a:rPr dirty="0" err="1"/>
              <a:t>elige</a:t>
            </a:r>
            <a:r>
              <a:rPr dirty="0"/>
              <a:t> </a:t>
            </a:r>
            <a:r>
              <a:rPr dirty="0" err="1"/>
              <a:t>una</a:t>
            </a:r>
            <a:r>
              <a:rPr dirty="0"/>
              <a:t> </a:t>
            </a:r>
            <a:r>
              <a:rPr dirty="0" err="1"/>
              <a:t>metodología</a:t>
            </a:r>
            <a:r>
              <a:rPr dirty="0"/>
              <a:t>, </a:t>
            </a:r>
            <a:r>
              <a:rPr dirty="0" err="1"/>
              <a:t>considerando</a:t>
            </a:r>
            <a:r>
              <a:rPr dirty="0"/>
              <a:t> </a:t>
            </a:r>
            <a:r>
              <a:rPr dirty="0" err="1"/>
              <a:t>factores</a:t>
            </a:r>
            <a:r>
              <a:rPr dirty="0"/>
              <a:t> </a:t>
            </a:r>
            <a:r>
              <a:rPr dirty="0" err="1"/>
              <a:t>como</a:t>
            </a:r>
            <a:r>
              <a:rPr dirty="0"/>
              <a:t> </a:t>
            </a:r>
            <a:r>
              <a:rPr dirty="0" err="1"/>
              <a:t>requisitos</a:t>
            </a:r>
            <a:r>
              <a:rPr dirty="0"/>
              <a:t> y </a:t>
            </a:r>
            <a:r>
              <a:rPr dirty="0" err="1"/>
              <a:t>experiencia</a:t>
            </a:r>
            <a:r>
              <a:rPr dirty="0"/>
              <a:t>.</a:t>
            </a:r>
            <a:endParaRPr lang="en-US" dirty="0"/>
          </a:p>
          <a:p>
            <a:pPr marL="0" indent="0">
              <a:spcBef>
                <a:spcPts val="2500"/>
              </a:spcBef>
              <a:buNone/>
            </a:pPr>
            <a:r>
              <a:rPr lang="en-US" b="1" dirty="0" err="1"/>
              <a:t>Metodologías</a:t>
            </a:r>
            <a:r>
              <a:rPr lang="en-US" b="1" dirty="0"/>
              <a:t> </a:t>
            </a:r>
            <a:r>
              <a:rPr lang="en-US" b="1" dirty="0" err="1"/>
              <a:t>sugeridas</a:t>
            </a:r>
            <a:r>
              <a:rPr lang="en-US" b="1" dirty="0"/>
              <a:t>:</a:t>
            </a:r>
          </a:p>
          <a:p>
            <a:pPr marL="0" lvl="1" indent="0">
              <a:buNone/>
            </a:pPr>
            <a:r>
              <a:rPr lang="en-US" b="1" dirty="0"/>
              <a:t>RUP o AUP </a:t>
            </a:r>
            <a:r>
              <a:rPr lang="en-US" dirty="0"/>
              <a:t>se </a:t>
            </a:r>
            <a:r>
              <a:rPr lang="en-US" dirty="0" err="1"/>
              <a:t>adapta</a:t>
            </a:r>
            <a:r>
              <a:rPr lang="en-US" dirty="0"/>
              <a:t> </a:t>
            </a:r>
            <a:r>
              <a:rPr lang="en-US" dirty="0" err="1"/>
              <a:t>mejor</a:t>
            </a:r>
            <a:r>
              <a:rPr lang="en-US" dirty="0"/>
              <a:t>  la </a:t>
            </a:r>
            <a:r>
              <a:rPr lang="en-US" dirty="0" err="1"/>
              <a:t>asignatura</a:t>
            </a:r>
            <a:r>
              <a:rPr lang="en-US" dirty="0"/>
              <a:t> </a:t>
            </a:r>
          </a:p>
          <a:p>
            <a:pPr marL="0" lvl="1" indent="0">
              <a:buNone/>
            </a:pPr>
            <a:r>
              <a:rPr lang="en-US" b="1" dirty="0" err="1"/>
              <a:t>Metodologías</a:t>
            </a:r>
            <a:endParaRPr lang="es-ES" dirty="0" err="1"/>
          </a:p>
          <a:p>
            <a:pPr marL="0" lvl="1" indent="0">
              <a:buFont typeface="Arial" panose="020B0604020202020204" pitchFamily="34" charset="0"/>
              <a:buNone/>
            </a:pPr>
            <a:r>
              <a:rPr dirty="0" err="1"/>
              <a:t>Metodologías</a:t>
            </a:r>
            <a:r>
              <a:rPr dirty="0"/>
              <a:t> </a:t>
            </a:r>
            <a:r>
              <a:rPr dirty="0" err="1"/>
              <a:t>como</a:t>
            </a:r>
            <a:r>
              <a:rPr dirty="0"/>
              <a:t> Cascada y Scrum se </a:t>
            </a:r>
            <a:r>
              <a:rPr dirty="0" err="1"/>
              <a:t>adaptan</a:t>
            </a:r>
            <a:r>
              <a:rPr dirty="0"/>
              <a:t> a </a:t>
            </a:r>
            <a:r>
              <a:rPr dirty="0" err="1"/>
              <a:t>distintos</a:t>
            </a:r>
            <a:r>
              <a:rPr dirty="0"/>
              <a:t> </a:t>
            </a:r>
            <a:r>
              <a:rPr dirty="0" err="1"/>
              <a:t>proyectos</a:t>
            </a:r>
            <a:r>
              <a:rPr dirty="0"/>
              <a:t> </a:t>
            </a:r>
            <a:r>
              <a:rPr dirty="0" err="1"/>
              <a:t>según</a:t>
            </a:r>
            <a:r>
              <a:rPr dirty="0"/>
              <a:t> </a:t>
            </a:r>
            <a:r>
              <a:rPr dirty="0" err="1"/>
              <a:t>estabilidad</a:t>
            </a:r>
            <a:r>
              <a:rPr dirty="0"/>
              <a:t> y </a:t>
            </a:r>
            <a:r>
              <a:rPr dirty="0" err="1"/>
              <a:t>necesidad</a:t>
            </a:r>
            <a:r>
              <a:rPr dirty="0"/>
              <a:t> de </a:t>
            </a:r>
            <a:r>
              <a:rPr dirty="0" err="1"/>
              <a:t>iteración</a:t>
            </a:r>
            <a:r>
              <a:rPr dirty="0"/>
              <a:t>.</a:t>
            </a:r>
            <a:endParaRPr lang="en-US" dirty="0"/>
          </a:p>
          <a:p>
            <a:pPr marL="0" indent="0">
              <a:spcBef>
                <a:spcPts val="2500"/>
              </a:spcBef>
              <a:buFont typeface="Arial" panose="020B0604020202020204" pitchFamily="34" charset="0"/>
              <a:buNone/>
            </a:pPr>
            <a:endParaRPr lang="en-US" b="1" dirty="0"/>
          </a:p>
        </p:txBody>
      </p:sp>
      <p:sp>
        <p:nvSpPr>
          <p:cNvPr id="5" name="Footer Placeholder 4">
            <a:extLst>
              <a:ext uri="{FF2B5EF4-FFF2-40B4-BE49-F238E27FC236}">
                <a16:creationId xmlns:a16="http://schemas.microsoft.com/office/drawing/2014/main" id="{DB837142-5D3B-7F4A-A8E0-B8D3B394B653}"/>
              </a:ext>
            </a:extLst>
          </p:cNvPr>
          <p:cNvSpPr>
            <a:spLocks noGrp="1"/>
          </p:cNvSpPr>
          <p:nvPr>
            <p:ph type="ftr" sz="quarter" idx="11"/>
          </p:nvPr>
        </p:nvSpPr>
        <p:spPr>
          <a:xfrm>
            <a:off x="597066" y="5055216"/>
            <a:ext cx="4055329" cy="1481545"/>
          </a:xfrm>
        </p:spPr>
        <p:txBody>
          <a:bodyPr anchor="ctr">
            <a:normAutofit/>
          </a:bodyPr>
          <a:lstStyle/>
          <a:p>
            <a:r>
              <a:rPr lang="es" sz="1800">
                <a:ea typeface="+mn-lt"/>
                <a:cs typeface="+mn-lt"/>
              </a:rPr>
              <a:t>Explique brevemente </a:t>
            </a:r>
            <a:r>
              <a:rPr lang="es" sz="1800" b="1">
                <a:ea typeface="+mn-lt"/>
                <a:cs typeface="+mn-lt"/>
              </a:rPr>
              <a:t>por qué fue seleccionada para este caso</a:t>
            </a:r>
            <a:r>
              <a:rPr lang="es" sz="1800">
                <a:ea typeface="+mn-lt"/>
                <a:cs typeface="+mn-lt"/>
              </a:rPr>
              <a:t>.</a:t>
            </a:r>
            <a:endParaRPr lang="es-ES" sz="1800"/>
          </a:p>
          <a:p>
            <a:pPr>
              <a:lnSpc>
                <a:spcPct val="90000"/>
              </a:lnSpc>
              <a:spcAft>
                <a:spcPts val="600"/>
              </a:spcAft>
            </a:pPr>
            <a:endParaRPr lang="es" dirty="0"/>
          </a:p>
        </p:txBody>
      </p:sp>
      <p:sp>
        <p:nvSpPr>
          <p:cNvPr id="6" name="Date Placeholder 5">
            <a:extLst>
              <a:ext uri="{FF2B5EF4-FFF2-40B4-BE49-F238E27FC236}">
                <a16:creationId xmlns:a16="http://schemas.microsoft.com/office/drawing/2014/main" id="{903CA8D9-4AB8-77A6-BF57-22DCDB6ECCBE}"/>
              </a:ext>
            </a:extLst>
          </p:cNvPr>
          <p:cNvSpPr>
            <a:spLocks noGrp="1"/>
          </p:cNvSpPr>
          <p:nvPr>
            <p:ph type="dt" sz="half" idx="10"/>
          </p:nvPr>
        </p:nvSpPr>
        <p:spPr/>
        <p:txBody>
          <a:bodyPr anchor="ctr">
            <a:normAutofit/>
          </a:bodyPr>
          <a:lstStyle/>
          <a:p>
            <a:pPr rtl="0">
              <a:spcAft>
                <a:spcPts val="600"/>
              </a:spcAft>
            </a:pPr>
            <a:r>
              <a:rPr lang="en-US"/>
              <a:t>11/8/2025</a:t>
            </a:r>
          </a:p>
        </p:txBody>
      </p:sp>
      <p:sp>
        <p:nvSpPr>
          <p:cNvPr id="7" name="Slide Number Placeholder 6">
            <a:extLst>
              <a:ext uri="{FF2B5EF4-FFF2-40B4-BE49-F238E27FC236}">
                <a16:creationId xmlns:a16="http://schemas.microsoft.com/office/drawing/2014/main" id="{7BA2FC8F-C4BF-433F-5B9E-D7BA3A645535}"/>
              </a:ext>
            </a:extLst>
          </p:cNvPr>
          <p:cNvSpPr>
            <a:spLocks noGrp="1"/>
          </p:cNvSpPr>
          <p:nvPr>
            <p:ph type="sldNum" sz="quarter" idx="12"/>
          </p:nvPr>
        </p:nvSpPr>
        <p:spPr/>
        <p:txBody>
          <a:bodyPr anchor="ctr">
            <a:normAutofit/>
          </a:bodyPr>
          <a:lstStyle/>
          <a:p>
            <a:pPr rtl="0">
              <a:spcAft>
                <a:spcPts val="600"/>
              </a:spcAft>
            </a:pPr>
            <a:fld id="{27F8DDA4-3B80-4E8A-A8F5-521F73BF9127}" type="slidenum">
              <a:rPr lang="en-US" smtClean="0"/>
              <a:pPr rtl="0">
                <a:spcAft>
                  <a:spcPts val="600"/>
                </a:spcAft>
              </a:pPr>
              <a:t>9</a:t>
            </a:fld>
            <a:endParaRPr lang="en-US"/>
          </a:p>
        </p:txBody>
      </p:sp>
    </p:spTree>
    <p:extLst>
      <p:ext uri="{BB962C8B-B14F-4D97-AF65-F5344CB8AC3E}">
        <p14:creationId xmlns:p14="http://schemas.microsoft.com/office/powerpoint/2010/main" val="12888709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3EAD5D-89B9-FBE7-1F15-99948E6D6C83}"/>
              </a:ext>
            </a:extLst>
          </p:cNvPr>
          <p:cNvSpPr>
            <a:spLocks noGrp="1"/>
          </p:cNvSpPr>
          <p:nvPr>
            <p:ph type="ctrTitle"/>
          </p:nvPr>
        </p:nvSpPr>
        <p:spPr>
          <a:xfrm>
            <a:off x="707397" y="338328"/>
            <a:ext cx="9304572" cy="647732"/>
          </a:xfrm>
        </p:spPr>
        <p:txBody>
          <a:bodyPr vert="horz" lIns="91440" tIns="45720" rIns="91440" bIns="137160" rtlCol="0" anchor="t">
            <a:noAutofit/>
          </a:bodyPr>
          <a:lstStyle/>
          <a:p>
            <a:pPr>
              <a:lnSpc>
                <a:spcPct val="100000"/>
              </a:lnSpc>
            </a:pPr>
            <a:r>
              <a:rPr lang="en-US" sz="4000" b="1" dirty="0" err="1">
                <a:solidFill>
                  <a:srgbClr val="0070C0"/>
                </a:solidFill>
                <a:latin typeface="Univers Condensed Light"/>
              </a:rPr>
              <a:t>Requerimientos</a:t>
            </a:r>
            <a:r>
              <a:rPr lang="en-US" sz="4000" b="1" dirty="0">
                <a:solidFill>
                  <a:srgbClr val="0070C0"/>
                </a:solidFill>
                <a:latin typeface="Univers Condensed Light"/>
              </a:rPr>
              <a:t> </a:t>
            </a:r>
            <a:r>
              <a:rPr lang="en-US" sz="4000" b="1" dirty="0" err="1">
                <a:solidFill>
                  <a:srgbClr val="0070C0"/>
                </a:solidFill>
                <a:latin typeface="Univers Condensed Light"/>
              </a:rPr>
              <a:t>funcionales</a:t>
            </a:r>
            <a:r>
              <a:rPr lang="en-US" sz="4000" b="1" dirty="0">
                <a:solidFill>
                  <a:srgbClr val="0070C0"/>
                </a:solidFill>
                <a:latin typeface="Univers Condensed Light"/>
              </a:rPr>
              <a:t> del </a:t>
            </a:r>
            <a:r>
              <a:rPr lang="en-US" sz="4000" b="1" dirty="0" err="1">
                <a:solidFill>
                  <a:srgbClr val="0070C0"/>
                </a:solidFill>
                <a:latin typeface="Univers Condensed Light"/>
              </a:rPr>
              <a:t>sistema</a:t>
            </a:r>
            <a:endParaRPr lang="en-US" sz="4000" b="1" dirty="0">
              <a:solidFill>
                <a:srgbClr val="0070C0"/>
              </a:solidFill>
              <a:latin typeface="Univers Condensed Light"/>
            </a:endParaRPr>
          </a:p>
          <a:p>
            <a:endParaRPr lang="es-ES"/>
          </a:p>
        </p:txBody>
      </p:sp>
      <p:sp>
        <p:nvSpPr>
          <p:cNvPr id="5" name="Marcador de fecha 4">
            <a:extLst>
              <a:ext uri="{FF2B5EF4-FFF2-40B4-BE49-F238E27FC236}">
                <a16:creationId xmlns:a16="http://schemas.microsoft.com/office/drawing/2014/main" id="{2075A495-192A-19E4-AC77-145E896413DA}"/>
              </a:ext>
            </a:extLst>
          </p:cNvPr>
          <p:cNvSpPr>
            <a:spLocks noGrp="1"/>
          </p:cNvSpPr>
          <p:nvPr>
            <p:ph type="dt" sz="half" idx="10"/>
          </p:nvPr>
        </p:nvSpPr>
        <p:spPr/>
        <p:txBody>
          <a:bodyPr/>
          <a:lstStyle/>
          <a:p>
            <a:pPr rtl="0"/>
            <a:r>
              <a:rPr lang="en-US"/>
              <a:t>11/8/2025</a:t>
            </a:r>
          </a:p>
        </p:txBody>
      </p:sp>
      <p:sp>
        <p:nvSpPr>
          <p:cNvPr id="4" name="Marcador de pie de página 3">
            <a:extLst>
              <a:ext uri="{FF2B5EF4-FFF2-40B4-BE49-F238E27FC236}">
                <a16:creationId xmlns:a16="http://schemas.microsoft.com/office/drawing/2014/main" id="{14D303DD-870D-B86E-8B4C-8CD8289F52CF}"/>
              </a:ext>
            </a:extLst>
          </p:cNvPr>
          <p:cNvSpPr>
            <a:spLocks noGrp="1"/>
          </p:cNvSpPr>
          <p:nvPr>
            <p:ph type="ftr" sz="quarter" idx="11"/>
          </p:nvPr>
        </p:nvSpPr>
        <p:spPr>
          <a:xfrm>
            <a:off x="9406411" y="6391573"/>
            <a:ext cx="2474835" cy="496639"/>
          </a:xfrm>
        </p:spPr>
        <p:txBody>
          <a:bodyPr/>
          <a:lstStyle/>
          <a:p>
            <a:pPr rtl="0"/>
            <a:r>
              <a:rPr lang="es"/>
              <a:t>Ejemplo de texto de pie de página</a:t>
            </a:r>
          </a:p>
        </p:txBody>
      </p:sp>
      <p:sp>
        <p:nvSpPr>
          <p:cNvPr id="6" name="Marcador de número de diapositiva 5">
            <a:extLst>
              <a:ext uri="{FF2B5EF4-FFF2-40B4-BE49-F238E27FC236}">
                <a16:creationId xmlns:a16="http://schemas.microsoft.com/office/drawing/2014/main" id="{1F7A8490-78C7-F0DF-935B-8E64051AAE86}"/>
              </a:ext>
            </a:extLst>
          </p:cNvPr>
          <p:cNvSpPr>
            <a:spLocks noGrp="1"/>
          </p:cNvSpPr>
          <p:nvPr>
            <p:ph type="sldNum" sz="quarter" idx="12"/>
          </p:nvPr>
        </p:nvSpPr>
        <p:spPr/>
        <p:txBody>
          <a:bodyPr/>
          <a:lstStyle/>
          <a:p>
            <a:pPr rtl="0"/>
            <a:fld id="{27F8DDA4-3B80-4E8A-A8F5-521F73BF9127}" type="slidenum">
              <a:rPr lang="en-US" smtClean="0"/>
              <a:t>10</a:t>
            </a:fld>
            <a:endParaRPr lang="en-US"/>
          </a:p>
        </p:txBody>
      </p:sp>
      <p:graphicFrame>
        <p:nvGraphicFramePr>
          <p:cNvPr id="10" name="Content Placeholder 7">
            <a:extLst>
              <a:ext uri="{FF2B5EF4-FFF2-40B4-BE49-F238E27FC236}">
                <a16:creationId xmlns:a16="http://schemas.microsoft.com/office/drawing/2014/main" id="{D1DB6397-C612-2AEB-19CF-35EF0249AB9F}"/>
              </a:ext>
            </a:extLst>
          </p:cNvPr>
          <p:cNvGraphicFramePr>
            <a:graphicFrameLocks/>
          </p:cNvGraphicFramePr>
          <p:nvPr>
            <p:extLst>
              <p:ext uri="{D42A27DB-BD31-4B8C-83A1-F6EECF244321}">
                <p14:modId xmlns:p14="http://schemas.microsoft.com/office/powerpoint/2010/main" val="2650257382"/>
              </p:ext>
            </p:extLst>
          </p:nvPr>
        </p:nvGraphicFramePr>
        <p:xfrm>
          <a:off x="290546" y="1403395"/>
          <a:ext cx="11439708" cy="5313150"/>
        </p:xfrm>
        <a:graphic>
          <a:graphicData uri="http://schemas.openxmlformats.org/drawingml/2006/table">
            <a:tbl>
              <a:tblPr firstRow="1" bandRow="1">
                <a:tableStyleId>{9D7B26C5-4107-4FEC-AEDC-1716B250A1EF}</a:tableStyleId>
              </a:tblPr>
              <a:tblGrid>
                <a:gridCol w="3761424">
                  <a:extLst>
                    <a:ext uri="{9D8B030D-6E8A-4147-A177-3AD203B41FA5}">
                      <a16:colId xmlns:a16="http://schemas.microsoft.com/office/drawing/2014/main" val="1087079102"/>
                    </a:ext>
                  </a:extLst>
                </a:gridCol>
                <a:gridCol w="7678284">
                  <a:extLst>
                    <a:ext uri="{9D8B030D-6E8A-4147-A177-3AD203B41FA5}">
                      <a16:colId xmlns:a16="http://schemas.microsoft.com/office/drawing/2014/main" val="3425305754"/>
                    </a:ext>
                  </a:extLst>
                </a:gridCol>
              </a:tblGrid>
              <a:tr h="374600">
                <a:tc>
                  <a:txBody>
                    <a:bodyPr/>
                    <a:lstStyle/>
                    <a:p>
                      <a:pPr>
                        <a:buNone/>
                      </a:pPr>
                      <a:r>
                        <a:rPr lang="en-US" sz="2900"/>
                        <a:t>Código</a:t>
                      </a:r>
                    </a:p>
                  </a:txBody>
                  <a:tcPr marL="148390" marR="148390" marT="74195" marB="74195" anchor="ctr"/>
                </a:tc>
                <a:tc>
                  <a:txBody>
                    <a:bodyPr/>
                    <a:lstStyle/>
                    <a:p>
                      <a:pPr>
                        <a:buNone/>
                      </a:pPr>
                      <a:r>
                        <a:rPr lang="en-US" sz="2900" dirty="0" err="1"/>
                        <a:t>Requerimiento</a:t>
                      </a:r>
                    </a:p>
                  </a:txBody>
                  <a:tcPr marL="148390" marR="148390" marT="74195" marB="74195" anchor="ctr"/>
                </a:tc>
                <a:extLst>
                  <a:ext uri="{0D108BD9-81ED-4DB2-BD59-A6C34878D82A}">
                    <a16:rowId xmlns:a16="http://schemas.microsoft.com/office/drawing/2014/main" val="2290444483"/>
                  </a:ext>
                </a:extLst>
              </a:tr>
              <a:tr h="374600">
                <a:tc>
                  <a:txBody>
                    <a:bodyPr/>
                    <a:lstStyle/>
                    <a:p>
                      <a:pPr>
                        <a:buNone/>
                      </a:pPr>
                      <a:r>
                        <a:rPr lang="en-US" sz="2900"/>
                        <a:t>RF01</a:t>
                      </a:r>
                    </a:p>
                  </a:txBody>
                  <a:tcPr marL="148390" marR="148390" marT="74195" marB="74195" anchor="ctr"/>
                </a:tc>
                <a:tc>
                  <a:txBody>
                    <a:bodyPr/>
                    <a:lstStyle/>
                    <a:p>
                      <a:pPr>
                        <a:buNone/>
                      </a:pPr>
                      <a:r>
                        <a:rPr lang="en-US" sz="2900" dirty="0" err="1"/>
                        <a:t>Gestionar</a:t>
                      </a:r>
                      <a:r>
                        <a:rPr lang="en-US" sz="2900" dirty="0"/>
                        <a:t> </a:t>
                      </a:r>
                      <a:r>
                        <a:rPr lang="en-US" sz="2900" dirty="0" err="1"/>
                        <a:t>módulo</a:t>
                      </a:r>
                      <a:r>
                        <a:rPr lang="en-US" sz="2900" dirty="0"/>
                        <a:t> de </a:t>
                      </a:r>
                      <a:r>
                        <a:rPr lang="en-US" sz="2900" dirty="0" err="1"/>
                        <a:t>usuarios</a:t>
                      </a:r>
                    </a:p>
                  </a:txBody>
                  <a:tcPr marL="148390" marR="148390" marT="74195" marB="74195" anchor="ctr"/>
                </a:tc>
                <a:extLst>
                  <a:ext uri="{0D108BD9-81ED-4DB2-BD59-A6C34878D82A}">
                    <a16:rowId xmlns:a16="http://schemas.microsoft.com/office/drawing/2014/main" val="3858969034"/>
                  </a:ext>
                </a:extLst>
              </a:tr>
              <a:tr h="374600">
                <a:tc>
                  <a:txBody>
                    <a:bodyPr/>
                    <a:lstStyle/>
                    <a:p>
                      <a:pPr>
                        <a:buNone/>
                      </a:pPr>
                      <a:r>
                        <a:rPr lang="en-US" sz="2900"/>
                        <a:t>RF01.1</a:t>
                      </a:r>
                    </a:p>
                  </a:txBody>
                  <a:tcPr marL="148390" marR="148390" marT="74195" marB="74195" anchor="ctr"/>
                </a:tc>
                <a:tc>
                  <a:txBody>
                    <a:bodyPr/>
                    <a:lstStyle/>
                    <a:p>
                      <a:pPr>
                        <a:buNone/>
                      </a:pPr>
                      <a:r>
                        <a:rPr lang="en-US" sz="2900" dirty="0"/>
                        <a:t>Registrar </a:t>
                      </a:r>
                      <a:r>
                        <a:rPr lang="en-US" sz="2900" dirty="0" err="1"/>
                        <a:t>usuarios</a:t>
                      </a:r>
                    </a:p>
                  </a:txBody>
                  <a:tcPr marL="148390" marR="148390" marT="74195" marB="74195" anchor="ctr"/>
                </a:tc>
                <a:extLst>
                  <a:ext uri="{0D108BD9-81ED-4DB2-BD59-A6C34878D82A}">
                    <a16:rowId xmlns:a16="http://schemas.microsoft.com/office/drawing/2014/main" val="209830652"/>
                  </a:ext>
                </a:extLst>
              </a:tr>
              <a:tr h="374600">
                <a:tc>
                  <a:txBody>
                    <a:bodyPr/>
                    <a:lstStyle/>
                    <a:p>
                      <a:pPr>
                        <a:buNone/>
                      </a:pPr>
                      <a:r>
                        <a:rPr lang="en-US" sz="2900"/>
                        <a:t>RF02</a:t>
                      </a:r>
                    </a:p>
                  </a:txBody>
                  <a:tcPr marL="148390" marR="148390" marT="74195" marB="74195" anchor="ctr"/>
                </a:tc>
                <a:tc>
                  <a:txBody>
                    <a:bodyPr/>
                    <a:lstStyle/>
                    <a:p>
                      <a:pPr>
                        <a:buNone/>
                      </a:pPr>
                      <a:r>
                        <a:rPr lang="en-US" sz="2900" dirty="0" err="1"/>
                        <a:t>Gestionar</a:t>
                      </a:r>
                      <a:r>
                        <a:rPr lang="en-US" sz="2900" dirty="0"/>
                        <a:t> </a:t>
                      </a:r>
                      <a:r>
                        <a:rPr lang="en-US" sz="2900" dirty="0" err="1"/>
                        <a:t>catálogo</a:t>
                      </a:r>
                    </a:p>
                  </a:txBody>
                  <a:tcPr marL="148390" marR="148390" marT="74195" marB="74195" anchor="ctr"/>
                </a:tc>
                <a:extLst>
                  <a:ext uri="{0D108BD9-81ED-4DB2-BD59-A6C34878D82A}">
                    <a16:rowId xmlns:a16="http://schemas.microsoft.com/office/drawing/2014/main" val="3170152687"/>
                  </a:ext>
                </a:extLst>
              </a:tr>
              <a:tr h="374600">
                <a:tc>
                  <a:txBody>
                    <a:bodyPr/>
                    <a:lstStyle/>
                    <a:p>
                      <a:pPr>
                        <a:buNone/>
                      </a:pPr>
                      <a:r>
                        <a:rPr lang="en-US" sz="2900"/>
                        <a:t>RF02.1</a:t>
                      </a:r>
                    </a:p>
                  </a:txBody>
                  <a:tcPr marL="148390" marR="148390" marT="74195" marB="74195" anchor="ctr"/>
                </a:tc>
                <a:tc>
                  <a:txBody>
                    <a:bodyPr/>
                    <a:lstStyle/>
                    <a:p>
                      <a:pPr>
                        <a:buNone/>
                      </a:pPr>
                      <a:r>
                        <a:rPr lang="en-US" sz="2900" dirty="0" err="1"/>
                        <a:t>Buscar</a:t>
                      </a:r>
                      <a:r>
                        <a:rPr lang="en-US" sz="2900" dirty="0"/>
                        <a:t> </a:t>
                      </a:r>
                      <a:r>
                        <a:rPr lang="en-US" sz="2900" dirty="0" err="1"/>
                        <a:t>libro</a:t>
                      </a:r>
                    </a:p>
                  </a:txBody>
                  <a:tcPr marL="148390" marR="148390" marT="74195" marB="74195" anchor="ctr"/>
                </a:tc>
                <a:extLst>
                  <a:ext uri="{0D108BD9-81ED-4DB2-BD59-A6C34878D82A}">
                    <a16:rowId xmlns:a16="http://schemas.microsoft.com/office/drawing/2014/main" val="2290317167"/>
                  </a:ext>
                </a:extLst>
              </a:tr>
              <a:tr h="388474">
                <a:tc>
                  <a:txBody>
                    <a:bodyPr/>
                    <a:lstStyle/>
                    <a:p>
                      <a:pPr>
                        <a:buNone/>
                      </a:pPr>
                      <a:r>
                        <a:rPr lang="en-US" sz="2900"/>
                        <a:t>RF03</a:t>
                      </a:r>
                    </a:p>
                  </a:txBody>
                  <a:tcPr marL="148390" marR="148390" marT="74195" marB="74195" anchor="ctr"/>
                </a:tc>
                <a:tc>
                  <a:txBody>
                    <a:bodyPr/>
                    <a:lstStyle/>
                    <a:p>
                      <a:pPr>
                        <a:buNone/>
                      </a:pPr>
                      <a:r>
                        <a:rPr lang="en-US" sz="2900" dirty="0" err="1"/>
                        <a:t>Gestionar</a:t>
                      </a:r>
                      <a:r>
                        <a:rPr lang="en-US" sz="2900" dirty="0"/>
                        <a:t> </a:t>
                      </a:r>
                      <a:r>
                        <a:rPr lang="en-US" sz="2900" dirty="0" err="1"/>
                        <a:t>préstamos</a:t>
                      </a:r>
                      <a:r>
                        <a:rPr lang="en-US" sz="2900" dirty="0"/>
                        <a:t> y </a:t>
                      </a:r>
                      <a:r>
                        <a:rPr lang="en-US" sz="2900" dirty="0" err="1"/>
                        <a:t>devoluciones</a:t>
                      </a:r>
                    </a:p>
                  </a:txBody>
                  <a:tcPr marL="148390" marR="148390" marT="74195" marB="74195" anchor="ctr"/>
                </a:tc>
                <a:extLst>
                  <a:ext uri="{0D108BD9-81ED-4DB2-BD59-A6C34878D82A}">
                    <a16:rowId xmlns:a16="http://schemas.microsoft.com/office/drawing/2014/main" val="4224704625"/>
                  </a:ext>
                </a:extLst>
              </a:tr>
              <a:tr h="388474">
                <a:tc>
                  <a:txBody>
                    <a:bodyPr/>
                    <a:lstStyle/>
                    <a:p>
                      <a:pPr>
                        <a:buNone/>
                      </a:pPr>
                      <a:r>
                        <a:rPr lang="en-US" sz="2900"/>
                        <a:t>RF03.1</a:t>
                      </a:r>
                    </a:p>
                  </a:txBody>
                  <a:tcPr marL="148390" marR="148390" marT="74195" marB="74195" anchor="ctr"/>
                </a:tc>
                <a:tc>
                  <a:txBody>
                    <a:bodyPr/>
                    <a:lstStyle/>
                    <a:p>
                      <a:pPr>
                        <a:buNone/>
                      </a:pPr>
                      <a:r>
                        <a:rPr lang="en-US" sz="2900" dirty="0"/>
                        <a:t>Registrar </a:t>
                      </a:r>
                      <a:r>
                        <a:rPr lang="en-US" sz="2900" dirty="0" err="1"/>
                        <a:t>préstamo</a:t>
                      </a:r>
                      <a:r>
                        <a:rPr lang="en-US" sz="2900" dirty="0"/>
                        <a:t> </a:t>
                      </a:r>
                      <a:r>
                        <a:rPr lang="en-US" sz="2900" dirty="0" err="1"/>
                        <a:t>por</a:t>
                      </a:r>
                      <a:r>
                        <a:rPr lang="en-US" sz="2900" dirty="0"/>
                        <a:t> </a:t>
                      </a:r>
                      <a:r>
                        <a:rPr lang="en-US" sz="2900" dirty="0" err="1"/>
                        <a:t>formulario</a:t>
                      </a:r>
                    </a:p>
                  </a:txBody>
                  <a:tcPr marL="148390" marR="148390" marT="74195" marB="74195" anchor="ctr"/>
                </a:tc>
                <a:extLst>
                  <a:ext uri="{0D108BD9-81ED-4DB2-BD59-A6C34878D82A}">
                    <a16:rowId xmlns:a16="http://schemas.microsoft.com/office/drawing/2014/main" val="221165765"/>
                  </a:ext>
                </a:extLst>
              </a:tr>
              <a:tr h="374600">
                <a:tc>
                  <a:txBody>
                    <a:bodyPr/>
                    <a:lstStyle/>
                    <a:p>
                      <a:pPr>
                        <a:buNone/>
                      </a:pPr>
                      <a:r>
                        <a:rPr lang="en-US" sz="2900"/>
                        <a:t>RF04</a:t>
                      </a:r>
                    </a:p>
                  </a:txBody>
                  <a:tcPr marL="148390" marR="148390" marT="74195" marB="74195" anchor="ctr"/>
                </a:tc>
                <a:tc>
                  <a:txBody>
                    <a:bodyPr/>
                    <a:lstStyle/>
                    <a:p>
                      <a:pPr>
                        <a:buNone/>
                      </a:pPr>
                      <a:r>
                        <a:rPr lang="en-US" sz="2900" dirty="0" err="1"/>
                        <a:t>Listar</a:t>
                      </a:r>
                      <a:r>
                        <a:rPr lang="en-US" sz="2900" dirty="0"/>
                        <a:t> </a:t>
                      </a:r>
                      <a:r>
                        <a:rPr lang="en-US" sz="2900" dirty="0" err="1"/>
                        <a:t>libros</a:t>
                      </a:r>
                      <a:r>
                        <a:rPr lang="en-US" sz="2900" dirty="0"/>
                        <a:t> y </a:t>
                      </a:r>
                      <a:r>
                        <a:rPr lang="en-US" sz="2900" dirty="0" err="1"/>
                        <a:t>estado</a:t>
                      </a:r>
                    </a:p>
                  </a:txBody>
                  <a:tcPr marL="148390" marR="148390" marT="74195" marB="74195" anchor="ctr"/>
                </a:tc>
                <a:extLst>
                  <a:ext uri="{0D108BD9-81ED-4DB2-BD59-A6C34878D82A}">
                    <a16:rowId xmlns:a16="http://schemas.microsoft.com/office/drawing/2014/main" val="2379212350"/>
                  </a:ext>
                </a:extLst>
              </a:tr>
              <a:tr h="374600">
                <a:tc>
                  <a:txBody>
                    <a:bodyPr/>
                    <a:lstStyle/>
                    <a:p>
                      <a:pPr>
                        <a:buNone/>
                      </a:pPr>
                      <a:r>
                        <a:rPr lang="en-US" sz="2900"/>
                        <a:t>RF05</a:t>
                      </a:r>
                    </a:p>
                  </a:txBody>
                  <a:tcPr marL="148390" marR="148390" marT="74195" marB="74195" anchor="ctr"/>
                </a:tc>
                <a:tc>
                  <a:txBody>
                    <a:bodyPr/>
                    <a:lstStyle/>
                    <a:p>
                      <a:pPr>
                        <a:buNone/>
                      </a:pPr>
                      <a:r>
                        <a:rPr lang="en-US" sz="2900" dirty="0" err="1"/>
                        <a:t>Gestionar</a:t>
                      </a:r>
                      <a:r>
                        <a:rPr lang="en-US" sz="2900" dirty="0"/>
                        <a:t> </a:t>
                      </a:r>
                      <a:r>
                        <a:rPr lang="en-US" sz="2900" dirty="0" err="1"/>
                        <a:t>reportes</a:t>
                      </a:r>
                      <a:r>
                        <a:rPr lang="en-US" sz="2900" dirty="0"/>
                        <a:t> y </a:t>
                      </a:r>
                      <a:r>
                        <a:rPr lang="en-US" sz="2900" dirty="0" err="1"/>
                        <a:t>estadísticas</a:t>
                      </a:r>
                    </a:p>
                  </a:txBody>
                  <a:tcPr marL="148390" marR="148390" marT="74195" marB="74195" anchor="ctr"/>
                </a:tc>
                <a:extLst>
                  <a:ext uri="{0D108BD9-81ED-4DB2-BD59-A6C34878D82A}">
                    <a16:rowId xmlns:a16="http://schemas.microsoft.com/office/drawing/2014/main" val="3442298061"/>
                  </a:ext>
                </a:extLst>
              </a:tr>
            </a:tbl>
          </a:graphicData>
        </a:graphic>
      </p:graphicFrame>
      <p:sp>
        <p:nvSpPr>
          <p:cNvPr id="7" name="CuadroTexto 5">
            <a:extLst>
              <a:ext uri="{FF2B5EF4-FFF2-40B4-BE49-F238E27FC236}">
                <a16:creationId xmlns:a16="http://schemas.microsoft.com/office/drawing/2014/main" id="{9D79D0AE-49A3-EAC0-C553-72EA7D732C7F}"/>
              </a:ext>
            </a:extLst>
          </p:cNvPr>
          <p:cNvSpPr txBox="1"/>
          <p:nvPr/>
        </p:nvSpPr>
        <p:spPr>
          <a:xfrm>
            <a:off x="9372319" y="985999"/>
            <a:ext cx="3057511" cy="2246769"/>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l"/>
            <a:r>
              <a:rPr lang="en-US" sz="2800" b="0" i="0" u="none" strike="noStrike" baseline="0" dirty="0" err="1">
                <a:solidFill>
                  <a:srgbClr val="444742"/>
                </a:solidFill>
                <a:latin typeface="Arial"/>
                <a:ea typeface="Arial"/>
                <a:cs typeface="Arial"/>
              </a:rPr>
              <a:t>Puede</a:t>
            </a:r>
            <a:r>
              <a:rPr lang="en-US" sz="2800" b="0" i="0" u="none" strike="noStrike" baseline="0" dirty="0">
                <a:solidFill>
                  <a:srgbClr val="444742"/>
                </a:solidFill>
                <a:latin typeface="Arial"/>
                <a:ea typeface="Arial"/>
                <a:cs typeface="Arial"/>
              </a:rPr>
              <a:t> ser </a:t>
            </a:r>
            <a:r>
              <a:rPr lang="en-US" sz="2800" b="0" i="0" u="none" strike="noStrike" baseline="0" dirty="0" err="1">
                <a:solidFill>
                  <a:srgbClr val="444742"/>
                </a:solidFill>
                <a:latin typeface="Arial"/>
                <a:ea typeface="Arial"/>
                <a:cs typeface="Arial"/>
              </a:rPr>
              <a:t>más</a:t>
            </a:r>
            <a:r>
              <a:rPr lang="en-US" sz="2800" b="0" i="0" u="none" strike="noStrike" baseline="0" dirty="0">
                <a:solidFill>
                  <a:srgbClr val="444742"/>
                </a:solidFill>
                <a:latin typeface="Arial"/>
                <a:ea typeface="Arial"/>
                <a:cs typeface="Arial"/>
              </a:rPr>
              <a:t> de </a:t>
            </a:r>
            <a:r>
              <a:rPr lang="en-US" sz="2800" b="0" i="0" u="none" strike="noStrike" baseline="0" dirty="0" err="1">
                <a:solidFill>
                  <a:srgbClr val="444742"/>
                </a:solidFill>
                <a:latin typeface="Arial"/>
                <a:ea typeface="Arial"/>
                <a:cs typeface="Arial"/>
              </a:rPr>
              <a:t>una</a:t>
            </a:r>
            <a:r>
              <a:rPr lang="en-US" sz="2800" b="0" i="0" u="none" strike="noStrike" baseline="0" dirty="0">
                <a:solidFill>
                  <a:srgbClr val="444742"/>
                </a:solidFill>
                <a:latin typeface="Arial"/>
                <a:ea typeface="Arial"/>
                <a:cs typeface="Arial"/>
              </a:rPr>
              <a:t> ppt</a:t>
            </a:r>
            <a:endParaRPr lang="es-ES" b="0" i="0" u="none" strike="noStrike" baseline="0" dirty="0">
              <a:solidFill>
                <a:srgbClr val="131313"/>
              </a:solidFill>
              <a:latin typeface="Univers Condensed Light"/>
              <a:ea typeface="Arial"/>
              <a:cs typeface="Arial"/>
            </a:endParaRPr>
          </a:p>
          <a:p>
            <a:endParaRPr lang="en-US" sz="2800" dirty="0">
              <a:solidFill>
                <a:srgbClr val="444742"/>
              </a:solidFill>
              <a:latin typeface="Arial"/>
              <a:cs typeface="Arial"/>
            </a:endParaRPr>
          </a:p>
          <a:p>
            <a:r>
              <a:rPr lang="en-US" sz="2800" dirty="0" err="1">
                <a:solidFill>
                  <a:srgbClr val="444742"/>
                </a:solidFill>
                <a:latin typeface="Arial"/>
                <a:cs typeface="Arial"/>
              </a:rPr>
              <a:t>Recuerden</a:t>
            </a:r>
            <a:r>
              <a:rPr lang="en-US" sz="2800" dirty="0">
                <a:solidFill>
                  <a:srgbClr val="444742"/>
                </a:solidFill>
                <a:latin typeface="Arial"/>
                <a:cs typeface="Arial"/>
              </a:rPr>
              <a:t> la </a:t>
            </a:r>
            <a:r>
              <a:rPr lang="en-US" sz="2800" dirty="0" err="1">
                <a:solidFill>
                  <a:srgbClr val="444742"/>
                </a:solidFill>
                <a:latin typeface="Arial"/>
                <a:cs typeface="Arial"/>
              </a:rPr>
              <a:t>jerarquía</a:t>
            </a:r>
            <a:r>
              <a:rPr lang="en-US" sz="2800" dirty="0">
                <a:solidFill>
                  <a:srgbClr val="444742"/>
                </a:solidFill>
                <a:latin typeface="Arial"/>
                <a:cs typeface="Arial"/>
              </a:rPr>
              <a:t> 1, 1.1.</a:t>
            </a:r>
          </a:p>
        </p:txBody>
      </p:sp>
    </p:spTree>
    <p:extLst>
      <p:ext uri="{BB962C8B-B14F-4D97-AF65-F5344CB8AC3E}">
        <p14:creationId xmlns:p14="http://schemas.microsoft.com/office/powerpoint/2010/main" val="3405991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Concepto digital de calidad">
            <a:extLst>
              <a:ext uri="{FF2B5EF4-FFF2-40B4-BE49-F238E27FC236}">
                <a16:creationId xmlns:a16="http://schemas.microsoft.com/office/drawing/2014/main" id="{DCA18756-805E-4B81-909B-83B608E36F0D}"/>
              </a:ext>
            </a:extLst>
          </p:cNvPr>
          <p:cNvPicPr>
            <a:picLocks noGrp="1" noChangeAspect="1"/>
          </p:cNvPicPr>
          <p:nvPr>
            <p:ph type="pic" sz="quarter" idx="13"/>
          </p:nvPr>
        </p:nvPicPr>
        <p:blipFill>
          <a:blip r:embed="rId3"/>
          <a:srcRect l="12673" r="12673"/>
          <a:stretch/>
        </p:blipFill>
        <p:spPr>
          <a:xfrm>
            <a:off x="0" y="1458217"/>
            <a:ext cx="4800600" cy="4822372"/>
          </a:xfrm>
        </p:spPr>
      </p:pic>
      <p:sp>
        <p:nvSpPr>
          <p:cNvPr id="2" name="Title 1">
            <a:extLst>
              <a:ext uri="{FF2B5EF4-FFF2-40B4-BE49-F238E27FC236}">
                <a16:creationId xmlns:a16="http://schemas.microsoft.com/office/drawing/2014/main" id="{A6AE02F0-5346-2619-0BA5-F4D5B7B81EB4}"/>
              </a:ext>
            </a:extLst>
          </p:cNvPr>
          <p:cNvSpPr>
            <a:spLocks noGrp="1"/>
          </p:cNvSpPr>
          <p:nvPr>
            <p:ph type="title"/>
          </p:nvPr>
        </p:nvSpPr>
        <p:spPr>
          <a:xfrm>
            <a:off x="322316" y="163913"/>
            <a:ext cx="4478998" cy="1380814"/>
          </a:xfrm>
        </p:spPr>
        <p:txBody>
          <a:bodyPr anchor="t">
            <a:normAutofit/>
          </a:bodyPr>
          <a:lstStyle/>
          <a:p>
            <a:r>
              <a:rPr lang="en-US" sz="2600" b="1" dirty="0" err="1">
                <a:solidFill>
                  <a:srgbClr val="0070C0"/>
                </a:solidFill>
              </a:rPr>
              <a:t>Requerimientos</a:t>
            </a:r>
            <a:r>
              <a:rPr lang="en-US" sz="2600" b="1" dirty="0">
                <a:solidFill>
                  <a:srgbClr val="0070C0"/>
                </a:solidFill>
              </a:rPr>
              <a:t> </a:t>
            </a:r>
            <a:br>
              <a:rPr lang="en-US" sz="2600" b="1" dirty="0"/>
            </a:br>
            <a:r>
              <a:rPr lang="en-US" sz="2600" b="1" dirty="0">
                <a:solidFill>
                  <a:srgbClr val="0070C0"/>
                </a:solidFill>
              </a:rPr>
              <a:t>no </a:t>
            </a:r>
            <a:r>
              <a:rPr lang="en-US" sz="2600" b="1" dirty="0" err="1">
                <a:solidFill>
                  <a:srgbClr val="0070C0"/>
                </a:solidFill>
              </a:rPr>
              <a:t>funcionales</a:t>
            </a:r>
            <a:r>
              <a:rPr lang="en-US" sz="2600" b="1" dirty="0">
                <a:solidFill>
                  <a:srgbClr val="0070C0"/>
                </a:solidFill>
              </a:rPr>
              <a:t> y de </a:t>
            </a:r>
            <a:r>
              <a:rPr lang="en-US" sz="2600" b="1" dirty="0" err="1">
                <a:solidFill>
                  <a:srgbClr val="0070C0"/>
                </a:solidFill>
              </a:rPr>
              <a:t>calidad</a:t>
            </a:r>
            <a:endParaRPr lang="en-US" sz="2600" b="1" dirty="0">
              <a:solidFill>
                <a:srgbClr val="0070C0"/>
              </a:solidFill>
            </a:endParaRPr>
          </a:p>
        </p:txBody>
      </p:sp>
      <p:sp>
        <p:nvSpPr>
          <p:cNvPr id="4" name="Content Placeholder 3">
            <a:extLst>
              <a:ext uri="{FF2B5EF4-FFF2-40B4-BE49-F238E27FC236}">
                <a16:creationId xmlns:a16="http://schemas.microsoft.com/office/drawing/2014/main" id="{43F474E8-CACF-8540-CE9E-F5186A8762B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4093" y="269167"/>
            <a:ext cx="6406681" cy="5204983"/>
          </a:xfrm>
        </p:spPr>
        <p:txBody>
          <a:bodyPr vert="horz" lIns="91440" tIns="45720" rIns="91440" bIns="45720" rtlCol="0" anchor="t">
            <a:noAutofit/>
          </a:bodyPr>
          <a:lstStyle/>
          <a:p>
            <a:pPr marL="0" indent="0">
              <a:spcBef>
                <a:spcPts val="2500"/>
              </a:spcBef>
              <a:buNone/>
            </a:pPr>
            <a:r>
              <a:rPr lang="en-US" sz="1600" b="1" dirty="0" err="1"/>
              <a:t>Usabilidad</a:t>
            </a:r>
            <a:r>
              <a:rPr lang="en-US" sz="1600" b="1" dirty="0"/>
              <a:t> y </a:t>
            </a:r>
            <a:r>
              <a:rPr lang="en-US" sz="1600" b="1" dirty="0" err="1"/>
              <a:t>Accesibilidad</a:t>
            </a:r>
            <a:r>
              <a:rPr lang="en-US" sz="1600" b="1" dirty="0"/>
              <a:t> (</a:t>
            </a:r>
            <a:r>
              <a:rPr lang="en-US" sz="1600" b="1" dirty="0" err="1"/>
              <a:t>reocmendados</a:t>
            </a:r>
            <a:r>
              <a:rPr lang="en-US" sz="1600" b="1" dirty="0"/>
              <a:t>) </a:t>
            </a:r>
          </a:p>
          <a:p>
            <a:pPr marL="0" lvl="1" indent="0">
              <a:buNone/>
            </a:pPr>
            <a:r>
              <a:rPr sz="1600" dirty="0" err="1"/>
              <a:t>Usabilidad</a:t>
            </a:r>
            <a:r>
              <a:rPr sz="1600" dirty="0"/>
              <a:t> </a:t>
            </a:r>
            <a:r>
              <a:rPr sz="1600" dirty="0" err="1"/>
              <a:t>incluye</a:t>
            </a:r>
            <a:r>
              <a:rPr sz="1600" dirty="0"/>
              <a:t> </a:t>
            </a:r>
            <a:r>
              <a:rPr sz="1600" dirty="0" err="1"/>
              <a:t>facilidad</a:t>
            </a:r>
            <a:r>
              <a:rPr sz="1600" dirty="0"/>
              <a:t> de </a:t>
            </a:r>
            <a:r>
              <a:rPr sz="1600" dirty="0" err="1"/>
              <a:t>aprendizaje</a:t>
            </a:r>
            <a:r>
              <a:rPr sz="1600" dirty="0"/>
              <a:t> y </a:t>
            </a:r>
            <a:r>
              <a:rPr sz="1600" dirty="0" err="1"/>
              <a:t>consistencia</a:t>
            </a:r>
            <a:r>
              <a:rPr sz="1600" dirty="0"/>
              <a:t> visual, </a:t>
            </a:r>
            <a:endParaRPr lang="en-US" sz="1600"/>
          </a:p>
          <a:p>
            <a:pPr marL="0" lvl="1" indent="0">
              <a:buFont typeface="Arial" panose="020B0604020202020204" pitchFamily="34" charset="0"/>
              <a:buNone/>
            </a:pPr>
            <a:r>
              <a:rPr sz="1600" dirty="0" err="1"/>
              <a:t>mientras</a:t>
            </a:r>
            <a:r>
              <a:rPr sz="1600" dirty="0"/>
              <a:t> </a:t>
            </a:r>
            <a:r>
              <a:rPr sz="1600" dirty="0" err="1"/>
              <a:t>accesibilidad</a:t>
            </a:r>
            <a:r>
              <a:rPr sz="1600" dirty="0"/>
              <a:t> </a:t>
            </a:r>
            <a:r>
              <a:rPr sz="1600" dirty="0" err="1"/>
              <a:t>sigue</a:t>
            </a:r>
            <a:r>
              <a:rPr sz="1600" dirty="0"/>
              <a:t> </a:t>
            </a:r>
            <a:r>
              <a:rPr sz="1600" dirty="0" err="1"/>
              <a:t>pautas</a:t>
            </a:r>
            <a:r>
              <a:rPr sz="1600" dirty="0"/>
              <a:t> WCAG para </a:t>
            </a:r>
            <a:r>
              <a:rPr sz="1600" dirty="0" err="1"/>
              <a:t>diversidad</a:t>
            </a:r>
            <a:r>
              <a:rPr sz="1600" dirty="0"/>
              <a:t> de </a:t>
            </a:r>
            <a:r>
              <a:rPr sz="1600" dirty="0" err="1"/>
              <a:t>usuarios</a:t>
            </a:r>
            <a:r>
              <a:rPr sz="1600" dirty="0"/>
              <a:t>.</a:t>
            </a:r>
            <a:endParaRPr lang="en-US" sz="1600" dirty="0"/>
          </a:p>
          <a:p>
            <a:pPr marL="0" indent="0">
              <a:spcBef>
                <a:spcPts val="2500"/>
              </a:spcBef>
              <a:buNone/>
            </a:pPr>
            <a:r>
              <a:rPr lang="en-US" sz="1600" b="1" dirty="0"/>
              <a:t>Se </a:t>
            </a:r>
            <a:r>
              <a:rPr lang="en-US" sz="1600" b="1" dirty="0" err="1"/>
              <a:t>pueden</a:t>
            </a:r>
            <a:r>
              <a:rPr lang="en-US" sz="1600" b="1" dirty="0"/>
              <a:t> usar </a:t>
            </a:r>
            <a:r>
              <a:rPr lang="en-US" sz="1600" b="1" dirty="0" err="1"/>
              <a:t>otras</a:t>
            </a:r>
            <a:r>
              <a:rPr lang="en-US" sz="1600" b="1" dirty="0"/>
              <a:t> </a:t>
            </a:r>
            <a:r>
              <a:rPr lang="en-US" sz="1600" b="1" dirty="0" err="1"/>
              <a:t>dimensiones</a:t>
            </a:r>
            <a:r>
              <a:rPr lang="en-US" sz="1600" b="1" dirty="0"/>
              <a:t> sin embargo </a:t>
            </a:r>
            <a:r>
              <a:rPr lang="en-US" sz="1600" b="1" dirty="0" err="1"/>
              <a:t>tner</a:t>
            </a:r>
            <a:r>
              <a:rPr lang="en-US" sz="1600" b="1" dirty="0"/>
              <a:t> </a:t>
            </a:r>
            <a:r>
              <a:rPr lang="en-US" sz="1600" b="1" dirty="0" err="1"/>
              <a:t>presente</a:t>
            </a:r>
            <a:r>
              <a:rPr lang="en-US" sz="1600" b="1" dirty="0"/>
              <a:t> </a:t>
            </a:r>
            <a:r>
              <a:rPr lang="en-US" sz="1600" b="1" dirty="0" err="1"/>
              <a:t>que</a:t>
            </a:r>
            <a:r>
              <a:rPr lang="en-US" sz="1600" b="1" dirty="0"/>
              <a:t> </a:t>
            </a:r>
            <a:r>
              <a:rPr lang="en-US" sz="1600" b="1" dirty="0" err="1"/>
              <a:t>estos</a:t>
            </a:r>
            <a:r>
              <a:rPr lang="en-US" sz="1600" b="1" dirty="0"/>
              <a:t> </a:t>
            </a:r>
            <a:r>
              <a:rPr lang="en-US" sz="1600" b="1" dirty="0" err="1"/>
              <a:t>pueden</a:t>
            </a:r>
            <a:r>
              <a:rPr lang="en-US" sz="1600" b="1" dirty="0"/>
              <a:t> </a:t>
            </a:r>
            <a:r>
              <a:rPr lang="en-US" sz="1600" b="1" dirty="0" err="1"/>
              <a:t>variar</a:t>
            </a:r>
            <a:r>
              <a:rPr lang="en-US" sz="1600" b="1" dirty="0"/>
              <a:t> dado la rubirca de evaluación del las expericnias siguientes  </a:t>
            </a:r>
          </a:p>
          <a:p>
            <a:pPr marL="0" indent="0">
              <a:spcBef>
                <a:spcPts val="2500"/>
              </a:spcBef>
              <a:buFont typeface="Arial" panose="020B0604020202020204" pitchFamily="34" charset="0"/>
              <a:buNone/>
            </a:pPr>
            <a:r>
              <a:rPr lang="en-US" sz="1600" b="1" dirty="0" err="1"/>
              <a:t>Seguridad</a:t>
            </a:r>
            <a:r>
              <a:rPr lang="en-US" sz="1600" b="1" dirty="0"/>
              <a:t> y Control de </a:t>
            </a:r>
            <a:r>
              <a:rPr lang="en-US" sz="1600" b="1" dirty="0" err="1"/>
              <a:t>Acceso</a:t>
            </a:r>
            <a:endParaRPr lang="en-US" sz="1600" b="1" dirty="0"/>
          </a:p>
          <a:p>
            <a:pPr marL="0" lvl="1" indent="0">
              <a:buFont typeface="Arial" panose="020B0604020202020204" pitchFamily="34" charset="0"/>
              <a:buNone/>
            </a:pPr>
            <a:r>
              <a:rPr sz="1600" dirty="0" err="1"/>
              <a:t>Garantizar</a:t>
            </a:r>
            <a:r>
              <a:rPr sz="1600" dirty="0"/>
              <a:t> la </a:t>
            </a:r>
            <a:r>
              <a:rPr sz="1600" dirty="0" err="1"/>
              <a:t>seguridad</a:t>
            </a:r>
            <a:r>
              <a:rPr sz="1600" dirty="0"/>
              <a:t> de la </a:t>
            </a:r>
            <a:r>
              <a:rPr sz="1600" dirty="0" err="1"/>
              <a:t>información</a:t>
            </a:r>
            <a:r>
              <a:rPr sz="1600" dirty="0"/>
              <a:t> </a:t>
            </a:r>
            <a:r>
              <a:rPr sz="1600" dirty="0" err="1"/>
              <a:t>mediante</a:t>
            </a:r>
            <a:r>
              <a:rPr sz="1600" dirty="0"/>
              <a:t> </a:t>
            </a:r>
            <a:r>
              <a:rPr sz="1600" dirty="0" err="1"/>
              <a:t>acceso</a:t>
            </a:r>
            <a:r>
              <a:rPr sz="1600" dirty="0"/>
              <a:t> </a:t>
            </a:r>
            <a:r>
              <a:rPr sz="1600" dirty="0" err="1"/>
              <a:t>controlado</a:t>
            </a:r>
            <a:r>
              <a:rPr sz="1600" dirty="0"/>
              <a:t> protege </a:t>
            </a:r>
            <a:r>
              <a:rPr sz="1600" dirty="0" err="1"/>
              <a:t>los</a:t>
            </a:r>
            <a:r>
              <a:rPr sz="1600" dirty="0"/>
              <a:t> </a:t>
            </a:r>
            <a:r>
              <a:rPr sz="1600" dirty="0" err="1"/>
              <a:t>datos</a:t>
            </a:r>
            <a:r>
              <a:rPr sz="1600" dirty="0"/>
              <a:t> </a:t>
            </a:r>
            <a:r>
              <a:rPr sz="1600" dirty="0" err="1"/>
              <a:t>sensibles</a:t>
            </a:r>
            <a:r>
              <a:rPr sz="1600" dirty="0"/>
              <a:t> del </a:t>
            </a:r>
            <a:r>
              <a:rPr sz="1600" dirty="0" err="1"/>
              <a:t>sistema</a:t>
            </a:r>
            <a:r>
              <a:rPr sz="1600" dirty="0"/>
              <a:t>.</a:t>
            </a:r>
            <a:endParaRPr lang="en-US" sz="1600"/>
          </a:p>
          <a:p>
            <a:pPr marL="0" indent="0">
              <a:spcBef>
                <a:spcPts val="2500"/>
              </a:spcBef>
              <a:buFont typeface="Arial" panose="020B0604020202020204" pitchFamily="34" charset="0"/>
              <a:buNone/>
            </a:pPr>
            <a:r>
              <a:rPr lang="en-US" sz="1600" b="1" dirty="0" err="1"/>
              <a:t>Rendimiento</a:t>
            </a:r>
            <a:r>
              <a:rPr lang="en-US" sz="1600" b="1" dirty="0"/>
              <a:t> y </a:t>
            </a:r>
            <a:r>
              <a:rPr lang="en-US" sz="1600" b="1" dirty="0" err="1"/>
              <a:t>Disponibilidad</a:t>
            </a:r>
            <a:endParaRPr lang="en-US" sz="1600" b="1" dirty="0"/>
          </a:p>
          <a:p>
            <a:pPr marL="0" lvl="1" indent="0">
              <a:buFont typeface="Arial" panose="020B0604020202020204" pitchFamily="34" charset="0"/>
              <a:buNone/>
            </a:pPr>
            <a:r>
              <a:rPr sz="1600" dirty="0"/>
              <a:t>El </a:t>
            </a:r>
            <a:r>
              <a:rPr sz="1600" dirty="0" err="1"/>
              <a:t>sistema</a:t>
            </a:r>
            <a:r>
              <a:rPr sz="1600" dirty="0"/>
              <a:t> </a:t>
            </a:r>
            <a:r>
              <a:rPr sz="1600" dirty="0" err="1"/>
              <a:t>debe</a:t>
            </a:r>
            <a:r>
              <a:rPr sz="1600" dirty="0"/>
              <a:t> responder </a:t>
            </a:r>
            <a:r>
              <a:rPr sz="1600" dirty="0" err="1"/>
              <a:t>rápidamente</a:t>
            </a:r>
            <a:r>
              <a:rPr sz="1600" dirty="0"/>
              <a:t> y </a:t>
            </a:r>
            <a:r>
              <a:rPr sz="1600" dirty="0" err="1"/>
              <a:t>estar</a:t>
            </a:r>
            <a:r>
              <a:rPr sz="1600" dirty="0"/>
              <a:t> disponible </a:t>
            </a:r>
            <a:r>
              <a:rPr sz="1600" dirty="0" err="1"/>
              <a:t>según</a:t>
            </a:r>
            <a:r>
              <a:rPr sz="1600" dirty="0"/>
              <a:t> </a:t>
            </a:r>
            <a:r>
              <a:rPr sz="1600" dirty="0" err="1"/>
              <a:t>horarios</a:t>
            </a:r>
            <a:r>
              <a:rPr sz="1600" dirty="0"/>
              <a:t> </a:t>
            </a:r>
            <a:r>
              <a:rPr sz="1600" dirty="0" err="1"/>
              <a:t>definidos</a:t>
            </a:r>
            <a:r>
              <a:rPr sz="1600" dirty="0"/>
              <a:t> para </a:t>
            </a:r>
            <a:r>
              <a:rPr sz="1600" dirty="0" err="1"/>
              <a:t>una</a:t>
            </a:r>
            <a:r>
              <a:rPr sz="1600" dirty="0"/>
              <a:t> </a:t>
            </a:r>
            <a:r>
              <a:rPr sz="1600" dirty="0" err="1"/>
              <a:t>experiencia</a:t>
            </a:r>
            <a:r>
              <a:rPr sz="1600" dirty="0"/>
              <a:t> </a:t>
            </a:r>
            <a:r>
              <a:rPr sz="1600" dirty="0" err="1"/>
              <a:t>óptima</a:t>
            </a:r>
            <a:r>
              <a:rPr sz="1600" dirty="0"/>
              <a:t>.</a:t>
            </a:r>
            <a:endParaRPr lang="en-US" sz="1600"/>
          </a:p>
          <a:p>
            <a:pPr marL="0" indent="0">
              <a:spcBef>
                <a:spcPts val="2500"/>
              </a:spcBef>
              <a:buFont typeface="Arial" panose="020B0604020202020204" pitchFamily="34" charset="0"/>
              <a:buNone/>
            </a:pPr>
            <a:r>
              <a:rPr lang="en-US" sz="1600" b="1" dirty="0" err="1"/>
              <a:t>Respaldo</a:t>
            </a:r>
            <a:r>
              <a:rPr lang="en-US" sz="1600" b="1" dirty="0"/>
              <a:t> y </a:t>
            </a:r>
            <a:r>
              <a:rPr lang="en-US" sz="1600" b="1" dirty="0" err="1"/>
              <a:t>Recuperación</a:t>
            </a:r>
            <a:endParaRPr lang="en-US" sz="1600" b="1" dirty="0"/>
          </a:p>
          <a:p>
            <a:pPr marL="0" lvl="1" indent="0">
              <a:buFont typeface="Arial" panose="020B0604020202020204" pitchFamily="34" charset="0"/>
              <a:buNone/>
            </a:pPr>
            <a:r>
              <a:rPr sz="1600" dirty="0"/>
              <a:t>El </a:t>
            </a:r>
            <a:r>
              <a:rPr sz="1600" dirty="0" err="1"/>
              <a:t>respaldo</a:t>
            </a:r>
            <a:r>
              <a:rPr sz="1600" dirty="0"/>
              <a:t> </a:t>
            </a:r>
            <a:r>
              <a:rPr sz="1600" dirty="0" err="1"/>
              <a:t>adecuado</a:t>
            </a:r>
            <a:r>
              <a:rPr sz="1600" dirty="0"/>
              <a:t> de </a:t>
            </a:r>
            <a:r>
              <a:rPr sz="1600" dirty="0" err="1"/>
              <a:t>información</a:t>
            </a:r>
            <a:r>
              <a:rPr sz="1600" dirty="0"/>
              <a:t> es fundamental para </a:t>
            </a:r>
            <a:r>
              <a:rPr sz="1600" dirty="0" err="1"/>
              <a:t>prevenir</a:t>
            </a:r>
            <a:r>
              <a:rPr sz="1600" dirty="0"/>
              <a:t> </a:t>
            </a:r>
            <a:r>
              <a:rPr sz="1600" dirty="0" err="1"/>
              <a:t>pérdidas</a:t>
            </a:r>
            <a:r>
              <a:rPr sz="1600" dirty="0"/>
              <a:t> y </a:t>
            </a:r>
            <a:r>
              <a:rPr sz="1600" dirty="0" err="1"/>
              <a:t>asegurar</a:t>
            </a:r>
            <a:r>
              <a:rPr sz="1600" dirty="0"/>
              <a:t> </a:t>
            </a:r>
            <a:r>
              <a:rPr sz="1600" dirty="0" err="1"/>
              <a:t>continuidad</a:t>
            </a:r>
            <a:r>
              <a:rPr sz="1600" dirty="0"/>
              <a:t> </a:t>
            </a:r>
            <a:r>
              <a:rPr sz="1600" dirty="0" err="1"/>
              <a:t>operativa</a:t>
            </a:r>
            <a:r>
              <a:rPr sz="1600" dirty="0"/>
              <a:t>.</a:t>
            </a:r>
            <a:endParaRPr lang="en-US" sz="1600"/>
          </a:p>
        </p:txBody>
      </p:sp>
      <p:sp>
        <p:nvSpPr>
          <p:cNvPr id="5" name="Footer Placeholder 4">
            <a:extLst>
              <a:ext uri="{FF2B5EF4-FFF2-40B4-BE49-F238E27FC236}">
                <a16:creationId xmlns:a16="http://schemas.microsoft.com/office/drawing/2014/main" id="{D68EDD12-EA11-6EF3-BA3D-0C0FC25A0458}"/>
              </a:ext>
            </a:extLst>
          </p:cNvPr>
          <p:cNvSpPr>
            <a:spLocks noGrp="1"/>
          </p:cNvSpPr>
          <p:nvPr>
            <p:ph type="ftr" sz="quarter" idx="11"/>
          </p:nvPr>
        </p:nvSpPr>
        <p:spPr>
          <a:xfrm>
            <a:off x="2888974" y="6358788"/>
            <a:ext cx="1911096" cy="365126"/>
          </a:xfrm>
        </p:spPr>
        <p:txBody>
          <a:bodyPr anchor="ctr">
            <a:normAutofit fontScale="92500" lnSpcReduction="10000"/>
          </a:bodyPr>
          <a:lstStyle/>
          <a:p>
            <a:pPr rtl="0">
              <a:lnSpc>
                <a:spcPct val="90000"/>
              </a:lnSpc>
              <a:spcAft>
                <a:spcPts val="600"/>
              </a:spcAft>
            </a:pPr>
            <a:r>
              <a:rPr lang="es"/>
              <a:t>Ejemplo de Texto de pie de página</a:t>
            </a:r>
          </a:p>
        </p:txBody>
      </p:sp>
      <p:sp>
        <p:nvSpPr>
          <p:cNvPr id="6" name="Date Placeholder 5">
            <a:extLst>
              <a:ext uri="{FF2B5EF4-FFF2-40B4-BE49-F238E27FC236}">
                <a16:creationId xmlns:a16="http://schemas.microsoft.com/office/drawing/2014/main" id="{101D5A5A-614E-56BB-48B9-7B4A3312F9FF}"/>
              </a:ext>
            </a:extLst>
          </p:cNvPr>
          <p:cNvSpPr>
            <a:spLocks noGrp="1"/>
          </p:cNvSpPr>
          <p:nvPr>
            <p:ph type="dt" sz="half" idx="10"/>
          </p:nvPr>
        </p:nvSpPr>
        <p:spPr/>
        <p:txBody>
          <a:bodyPr anchor="ctr">
            <a:normAutofit/>
          </a:bodyPr>
          <a:lstStyle/>
          <a:p>
            <a:pPr rtl="0">
              <a:spcAft>
                <a:spcPts val="600"/>
              </a:spcAft>
            </a:pPr>
            <a:r>
              <a:rPr lang="en-US"/>
              <a:t>11/8/2025</a:t>
            </a:r>
          </a:p>
        </p:txBody>
      </p:sp>
      <p:sp>
        <p:nvSpPr>
          <p:cNvPr id="7" name="Slide Number Placeholder 6">
            <a:extLst>
              <a:ext uri="{FF2B5EF4-FFF2-40B4-BE49-F238E27FC236}">
                <a16:creationId xmlns:a16="http://schemas.microsoft.com/office/drawing/2014/main" id="{C548BB2B-9100-B268-FDB5-5EEF0039C1FA}"/>
              </a:ext>
            </a:extLst>
          </p:cNvPr>
          <p:cNvSpPr>
            <a:spLocks noGrp="1"/>
          </p:cNvSpPr>
          <p:nvPr>
            <p:ph type="sldNum" sz="quarter" idx="12"/>
          </p:nvPr>
        </p:nvSpPr>
        <p:spPr/>
        <p:txBody>
          <a:bodyPr anchor="ctr">
            <a:normAutofit/>
          </a:bodyPr>
          <a:lstStyle/>
          <a:p>
            <a:pPr rtl="0">
              <a:spcAft>
                <a:spcPts val="600"/>
              </a:spcAft>
            </a:pPr>
            <a:fld id="{27F8DDA4-3B80-4E8A-A8F5-521F73BF9127}" type="slidenum">
              <a:rPr lang="en-US" smtClean="0"/>
              <a:pPr rtl="0">
                <a:spcAft>
                  <a:spcPts val="600"/>
                </a:spcAft>
              </a:pPr>
              <a:t>11</a:t>
            </a:fld>
            <a:endParaRPr lang="en-US"/>
          </a:p>
        </p:txBody>
      </p:sp>
    </p:spTree>
    <p:extLst>
      <p:ext uri="{BB962C8B-B14F-4D97-AF65-F5344CB8AC3E}">
        <p14:creationId xmlns:p14="http://schemas.microsoft.com/office/powerpoint/2010/main" val="42144768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D18E6-E81A-AC34-CACE-55F148368D4A}"/>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441503C0-0F43-BA9D-3B6F-8AB92D0CFA57}"/>
              </a:ext>
            </a:extLst>
          </p:cNvPr>
          <p:cNvSpPr>
            <a:spLocks noGrp="1"/>
          </p:cNvSpPr>
          <p:nvPr>
            <p:ph type="body" sz="quarter" idx="13"/>
          </p:nvPr>
        </p:nvSpPr>
        <p:spPr>
          <a:xfrm>
            <a:off x="654685" y="551041"/>
            <a:ext cx="10199975" cy="469685"/>
          </a:xfrm>
        </p:spPr>
        <p:txBody>
          <a:bodyPr vert="horz" lIns="91440" tIns="45720" rIns="91440" bIns="45720" rtlCol="0" anchor="t">
            <a:noAutofit/>
          </a:bodyPr>
          <a:lstStyle/>
          <a:p>
            <a:pPr>
              <a:buNone/>
            </a:pPr>
            <a:r>
              <a:rPr lang="en-US" sz="2800" b="0" cap="all" dirty="0" err="1">
                <a:solidFill>
                  <a:srgbClr val="0070C0"/>
                </a:solidFill>
                <a:latin typeface="Oswald SemiBold"/>
                <a:cs typeface="Arial"/>
              </a:rPr>
              <a:t>Descripción</a:t>
            </a:r>
            <a:r>
              <a:rPr lang="en-US" sz="2800" b="0" cap="all" dirty="0">
                <a:solidFill>
                  <a:srgbClr val="0070C0"/>
                </a:solidFill>
                <a:latin typeface="Oswald SemiBold"/>
                <a:cs typeface="Arial"/>
              </a:rPr>
              <a:t> </a:t>
            </a:r>
            <a:r>
              <a:rPr lang="en-US" sz="2800" b="0" cap="all" dirty="0" err="1">
                <a:solidFill>
                  <a:srgbClr val="0070C0"/>
                </a:solidFill>
                <a:latin typeface="Oswald SemiBold"/>
                <a:cs typeface="Arial"/>
              </a:rPr>
              <a:t>contexto</a:t>
            </a:r>
            <a:r>
              <a:rPr lang="en-US" sz="2800" b="0" cap="all" dirty="0">
                <a:solidFill>
                  <a:srgbClr val="0070C0"/>
                </a:solidFill>
                <a:latin typeface="Oswald SemiBold"/>
                <a:cs typeface="Arial"/>
              </a:rPr>
              <a:t> del </a:t>
            </a:r>
            <a:r>
              <a:rPr lang="en-US" sz="2800" b="0" cap="all" dirty="0" err="1">
                <a:solidFill>
                  <a:srgbClr val="0070C0"/>
                </a:solidFill>
                <a:latin typeface="Oswald SemiBold"/>
                <a:cs typeface="Arial"/>
              </a:rPr>
              <a:t>sistema</a:t>
            </a:r>
            <a:r>
              <a:rPr lang="en-US" sz="2800" b="0" cap="all" dirty="0">
                <a:solidFill>
                  <a:srgbClr val="0070C0"/>
                </a:solidFill>
                <a:latin typeface="Oswald SemiBold"/>
                <a:cs typeface="Arial"/>
              </a:rPr>
              <a:t> </a:t>
            </a:r>
            <a:r>
              <a:rPr lang="en-US" sz="2800" b="0" cap="all" dirty="0" err="1">
                <a:solidFill>
                  <a:srgbClr val="0070C0"/>
                </a:solidFill>
                <a:latin typeface="Oswald SemiBold"/>
                <a:cs typeface="Arial"/>
              </a:rPr>
              <a:t>unilib</a:t>
            </a:r>
            <a:endParaRPr lang="en-US" sz="2800" b="0" cap="all" dirty="0">
              <a:solidFill>
                <a:srgbClr val="0070C0"/>
              </a:solidFill>
              <a:latin typeface="Oswald SemiBold"/>
              <a:cs typeface="Arial"/>
            </a:endParaRPr>
          </a:p>
          <a:p>
            <a:pPr marL="0" indent="0">
              <a:buNone/>
            </a:pPr>
            <a:endParaRPr lang="es-MX" dirty="0"/>
          </a:p>
        </p:txBody>
      </p:sp>
      <p:sp>
        <p:nvSpPr>
          <p:cNvPr id="3" name="Marcador de texto 2">
            <a:extLst>
              <a:ext uri="{FF2B5EF4-FFF2-40B4-BE49-F238E27FC236}">
                <a16:creationId xmlns:a16="http://schemas.microsoft.com/office/drawing/2014/main" id="{83983C62-5555-B81D-A5EB-E35E4523D33D}"/>
              </a:ext>
            </a:extLst>
          </p:cNvPr>
          <p:cNvSpPr>
            <a:spLocks noGrp="1"/>
          </p:cNvSpPr>
          <p:nvPr>
            <p:ph type="body" sz="quarter" idx="14"/>
          </p:nvPr>
        </p:nvSpPr>
        <p:spPr>
          <a:xfrm>
            <a:off x="2412660" y="1411891"/>
            <a:ext cx="9778041" cy="4429046"/>
          </a:xfrm>
        </p:spPr>
        <p:txBody>
          <a:bodyPr vert="horz" lIns="91440" tIns="45720" rIns="91440" bIns="45720" rtlCol="0" anchor="t">
            <a:noAutofit/>
          </a:bodyPr>
          <a:lstStyle/>
          <a:p>
            <a:pPr marL="0" indent="0">
              <a:spcBef>
                <a:spcPts val="2500"/>
              </a:spcBef>
              <a:buNone/>
            </a:pPr>
            <a:r>
              <a:rPr lang="en-US" sz="2000" b="1" dirty="0" err="1">
                <a:latin typeface="Univers Condensed Light"/>
                <a:cs typeface="Arial"/>
              </a:rPr>
              <a:t>Contexto</a:t>
            </a:r>
            <a:r>
              <a:rPr lang="en-US" sz="2000" b="1" dirty="0">
                <a:latin typeface="Univers Condensed Light"/>
                <a:cs typeface="Arial"/>
              </a:rPr>
              <a:t> del Sistema</a:t>
            </a:r>
            <a:endParaRPr lang="en-US" sz="2000" dirty="0">
              <a:latin typeface="Univers Condensed Light"/>
              <a:cs typeface="Arial"/>
            </a:endParaRPr>
          </a:p>
          <a:p>
            <a:pPr marL="0" lvl="1" indent="0">
              <a:buNone/>
            </a:pPr>
            <a:r>
              <a:rPr lang="en-US" sz="2000" dirty="0">
                <a:latin typeface="Univers Condensed Light"/>
              </a:rPr>
              <a:t>Sistema para </a:t>
            </a:r>
            <a:r>
              <a:rPr lang="en-US" sz="2000" dirty="0" err="1">
                <a:latin typeface="Univers Condensed Light"/>
              </a:rPr>
              <a:t>gestionar</a:t>
            </a:r>
            <a:r>
              <a:rPr lang="en-US" sz="2000" dirty="0">
                <a:latin typeface="Univers Condensed Light"/>
              </a:rPr>
              <a:t> </a:t>
            </a:r>
            <a:r>
              <a:rPr lang="en-US" sz="2000" dirty="0" err="1">
                <a:latin typeface="Univers Condensed Light"/>
              </a:rPr>
              <a:t>biblioteca</a:t>
            </a:r>
            <a:r>
              <a:rPr lang="en-US" sz="2000" dirty="0">
                <a:latin typeface="Univers Condensed Light"/>
              </a:rPr>
              <a:t> </a:t>
            </a:r>
            <a:r>
              <a:rPr lang="en-US" sz="2000" dirty="0" err="1">
                <a:latin typeface="Univers Condensed Light"/>
              </a:rPr>
              <a:t>académica</a:t>
            </a:r>
            <a:r>
              <a:rPr lang="en-US" sz="2000" dirty="0">
                <a:latin typeface="Univers Condensed Light"/>
              </a:rPr>
              <a:t> ( </a:t>
            </a:r>
            <a:r>
              <a:rPr lang="en-US" sz="2000" dirty="0" err="1">
                <a:latin typeface="Univers Condensed Light"/>
              </a:rPr>
              <a:t>agregar</a:t>
            </a:r>
            <a:r>
              <a:rPr lang="en-US" sz="2000" dirty="0">
                <a:latin typeface="Univers Condensed Light"/>
              </a:rPr>
              <a:t> </a:t>
            </a:r>
            <a:r>
              <a:rPr lang="en-US" sz="2000" dirty="0" err="1">
                <a:latin typeface="Univers Condensed Light"/>
              </a:rPr>
              <a:t>modulos</a:t>
            </a:r>
            <a:r>
              <a:rPr lang="en-US" sz="2000" dirty="0">
                <a:latin typeface="Univers Condensed Light"/>
              </a:rPr>
              <a:t> o </a:t>
            </a:r>
            <a:r>
              <a:rPr lang="en-US" sz="2000" dirty="0" err="1">
                <a:latin typeface="Univers Condensed Light"/>
              </a:rPr>
              <a:t>funciones</a:t>
            </a:r>
            <a:r>
              <a:rPr lang="en-US" sz="2000" dirty="0">
                <a:latin typeface="Univers Condensed Light"/>
              </a:rPr>
              <a:t> </a:t>
            </a:r>
            <a:r>
              <a:rPr lang="en-US" sz="2000" dirty="0" err="1">
                <a:latin typeface="Univers Condensed Light"/>
              </a:rPr>
              <a:t>principales</a:t>
            </a:r>
            <a:r>
              <a:rPr lang="en-US" sz="2000" dirty="0">
                <a:latin typeface="Univers Condensed Light"/>
              </a:rPr>
              <a:t>) </a:t>
            </a:r>
          </a:p>
          <a:p>
            <a:pPr marL="0" indent="0">
              <a:spcBef>
                <a:spcPts val="2500"/>
              </a:spcBef>
              <a:buNone/>
            </a:pPr>
            <a:r>
              <a:rPr lang="en-US" i="1" dirty="0">
                <a:latin typeface="Univers Condensed Light"/>
                <a:cs typeface="Arial"/>
              </a:rPr>
              <a:t>"</a:t>
            </a:r>
            <a:endParaRPr lang="en-US" i="1" dirty="0">
              <a:cs typeface="Arial"/>
            </a:endParaRPr>
          </a:p>
          <a:p>
            <a:pPr marL="0" indent="0">
              <a:spcBef>
                <a:spcPts val="2500"/>
              </a:spcBef>
              <a:buNone/>
            </a:pPr>
            <a:endParaRPr lang="en-US" sz="2000" b="1" dirty="0">
              <a:latin typeface="Univers Condensed Light"/>
              <a:cs typeface="Arial"/>
            </a:endParaRPr>
          </a:p>
          <a:p>
            <a:pPr marL="0" indent="0">
              <a:buNone/>
            </a:pPr>
            <a:endParaRPr lang="en-US" sz="2800" dirty="0">
              <a:solidFill>
                <a:srgbClr val="444742"/>
              </a:solidFill>
              <a:latin typeface="Arial"/>
              <a:cs typeface="Arial"/>
            </a:endParaRPr>
          </a:p>
          <a:p>
            <a:pPr>
              <a:spcBef>
                <a:spcPts val="2500"/>
              </a:spcBef>
            </a:pPr>
            <a:endParaRPr lang="en-US" sz="1800" b="1" dirty="0">
              <a:latin typeface="Univers Condensed Light"/>
              <a:cs typeface="Arial"/>
            </a:endParaRPr>
          </a:p>
          <a:p>
            <a:endParaRPr lang="es-CL" dirty="0"/>
          </a:p>
        </p:txBody>
      </p:sp>
      <p:sp>
        <p:nvSpPr>
          <p:cNvPr id="4" name="CuadroTexto 3">
            <a:extLst>
              <a:ext uri="{FF2B5EF4-FFF2-40B4-BE49-F238E27FC236}">
                <a16:creationId xmlns:a16="http://schemas.microsoft.com/office/drawing/2014/main" id="{04D210AE-49B2-DD4B-AF64-50399169248D}"/>
              </a:ext>
            </a:extLst>
          </p:cNvPr>
          <p:cNvSpPr txBox="1"/>
          <p:nvPr/>
        </p:nvSpPr>
        <p:spPr>
          <a:xfrm>
            <a:off x="9144000" y="263136"/>
            <a:ext cx="2532690" cy="1384995"/>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0" i="0" u="none" strike="noStrike" baseline="0">
                <a:solidFill>
                  <a:srgbClr val="444742"/>
                </a:solidFill>
                <a:latin typeface="Arial"/>
                <a:ea typeface="Arial"/>
                <a:cs typeface="Arial"/>
              </a:rPr>
              <a:t>Puede ser más de una ppt</a:t>
            </a:r>
            <a:endParaRPr lang="es-ES"/>
          </a:p>
        </p:txBody>
      </p:sp>
      <p:sp>
        <p:nvSpPr>
          <p:cNvPr id="7" name="CuadroTexto 6">
            <a:extLst>
              <a:ext uri="{FF2B5EF4-FFF2-40B4-BE49-F238E27FC236}">
                <a16:creationId xmlns:a16="http://schemas.microsoft.com/office/drawing/2014/main" id="{B724BDC5-5E9A-3D51-3521-D16C2F2A56EC}"/>
              </a:ext>
            </a:extLst>
          </p:cNvPr>
          <p:cNvSpPr txBox="1"/>
          <p:nvPr/>
        </p:nvSpPr>
        <p:spPr>
          <a:xfrm>
            <a:off x="427596" y="2845164"/>
            <a:ext cx="2170878" cy="1384995"/>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err="1">
                <a:solidFill>
                  <a:srgbClr val="444742"/>
                </a:solidFill>
                <a:latin typeface="Arial"/>
                <a:cs typeface="Arial"/>
              </a:rPr>
              <a:t>Insertar</a:t>
            </a:r>
            <a:r>
              <a:rPr lang="en-US" sz="2800" dirty="0">
                <a:solidFill>
                  <a:srgbClr val="444742"/>
                </a:solidFill>
                <a:latin typeface="Arial"/>
                <a:cs typeface="Arial"/>
              </a:rPr>
              <a:t> </a:t>
            </a:r>
            <a:r>
              <a:rPr lang="en-US" sz="2800" dirty="0" err="1">
                <a:solidFill>
                  <a:srgbClr val="444742"/>
                </a:solidFill>
                <a:latin typeface="Arial"/>
                <a:cs typeface="Arial"/>
              </a:rPr>
              <a:t>diagrama</a:t>
            </a:r>
            <a:r>
              <a:rPr lang="en-US" sz="2800" dirty="0">
                <a:solidFill>
                  <a:srgbClr val="444742"/>
                </a:solidFill>
                <a:latin typeface="Arial"/>
                <a:cs typeface="Arial"/>
              </a:rPr>
              <a:t> de </a:t>
            </a:r>
            <a:r>
              <a:rPr lang="en-US" sz="2800" dirty="0" err="1">
                <a:solidFill>
                  <a:srgbClr val="444742"/>
                </a:solidFill>
                <a:latin typeface="Arial"/>
                <a:cs typeface="Arial"/>
              </a:rPr>
              <a:t>contexto</a:t>
            </a:r>
            <a:r>
              <a:rPr lang="en-US" sz="2800" dirty="0">
                <a:solidFill>
                  <a:srgbClr val="444742"/>
                </a:solidFill>
                <a:latin typeface="Arial"/>
                <a:cs typeface="Arial"/>
              </a:rPr>
              <a:t> </a:t>
            </a:r>
          </a:p>
        </p:txBody>
      </p:sp>
      <p:pic>
        <p:nvPicPr>
          <p:cNvPr id="5" name="Imagen 4">
            <a:extLst>
              <a:ext uri="{FF2B5EF4-FFF2-40B4-BE49-F238E27FC236}">
                <a16:creationId xmlns:a16="http://schemas.microsoft.com/office/drawing/2014/main" id="{971AC0E5-1BA0-02DF-3A9C-F8F8D6002CF5}"/>
              </a:ext>
            </a:extLst>
          </p:cNvPr>
          <p:cNvPicPr>
            <a:picLocks noChangeAspect="1"/>
          </p:cNvPicPr>
          <p:nvPr/>
        </p:nvPicPr>
        <p:blipFill>
          <a:blip r:embed="rId3"/>
          <a:stretch>
            <a:fillRect/>
          </a:stretch>
        </p:blipFill>
        <p:spPr>
          <a:xfrm>
            <a:off x="3291221" y="1648131"/>
            <a:ext cx="6488119" cy="4708124"/>
          </a:xfrm>
          <a:prstGeom prst="rect">
            <a:avLst/>
          </a:prstGeom>
        </p:spPr>
      </p:pic>
    </p:spTree>
    <p:extLst>
      <p:ext uri="{BB962C8B-B14F-4D97-AF65-F5344CB8AC3E}">
        <p14:creationId xmlns:p14="http://schemas.microsoft.com/office/powerpoint/2010/main" val="1865595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24E13-A8B4-FBF6-3FC9-429E39C1D542}"/>
              </a:ext>
            </a:extLst>
          </p:cNvPr>
          <p:cNvSpPr>
            <a:spLocks noGrp="1"/>
          </p:cNvSpPr>
          <p:nvPr>
            <p:ph type="title"/>
          </p:nvPr>
        </p:nvSpPr>
        <p:spPr>
          <a:xfrm>
            <a:off x="605431" y="932688"/>
            <a:ext cx="10104453" cy="1124712"/>
          </a:xfrm>
        </p:spPr>
        <p:txBody>
          <a:bodyPr anchor="t">
            <a:normAutofit/>
          </a:bodyPr>
          <a:lstStyle/>
          <a:p>
            <a:r>
              <a:rPr lang="en-US" dirty="0" err="1">
                <a:solidFill>
                  <a:srgbClr val="0070C0"/>
                </a:solidFill>
              </a:rPr>
              <a:t>Mejoras</a:t>
            </a:r>
            <a:r>
              <a:rPr lang="en-US" dirty="0">
                <a:solidFill>
                  <a:srgbClr val="0070C0"/>
                </a:solidFill>
              </a:rPr>
              <a:t> </a:t>
            </a:r>
            <a:r>
              <a:rPr lang="en-US" dirty="0" err="1">
                <a:solidFill>
                  <a:srgbClr val="0070C0"/>
                </a:solidFill>
              </a:rPr>
              <a:t>propuestas</a:t>
            </a:r>
            <a:r>
              <a:rPr lang="en-US" dirty="0">
                <a:solidFill>
                  <a:srgbClr val="0070C0"/>
                </a:solidFill>
              </a:rPr>
              <a:t> y </a:t>
            </a:r>
            <a:r>
              <a:rPr lang="en-US" dirty="0" err="1">
                <a:solidFill>
                  <a:srgbClr val="0070C0"/>
                </a:solidFill>
              </a:rPr>
              <a:t>lecciones</a:t>
            </a:r>
            <a:r>
              <a:rPr lang="en-US" dirty="0">
                <a:solidFill>
                  <a:srgbClr val="0070C0"/>
                </a:solidFill>
              </a:rPr>
              <a:t> </a:t>
            </a:r>
            <a:r>
              <a:rPr lang="en-US" dirty="0" err="1">
                <a:solidFill>
                  <a:srgbClr val="0070C0"/>
                </a:solidFill>
              </a:rPr>
              <a:t>aprendidas</a:t>
            </a:r>
            <a:endParaRPr lang="en-US">
              <a:solidFill>
                <a:srgbClr val="0070C0"/>
              </a:solidFill>
            </a:endParaRPr>
          </a:p>
        </p:txBody>
      </p:sp>
      <p:pic>
        <p:nvPicPr>
          <p:cNvPr id="8" name="Content Placeholder 7" descr="Concepto de empresario pensando / buscando ideas.">
            <a:extLst>
              <a:ext uri="{FF2B5EF4-FFF2-40B4-BE49-F238E27FC236}">
                <a16:creationId xmlns:a16="http://schemas.microsoft.com/office/drawing/2014/main" id="{357477A4-C9CB-430A-8710-C362B8AC29C8}"/>
              </a:ext>
            </a:extLst>
          </p:cNvPr>
          <p:cNvPicPr>
            <a:picLocks noGrp="1" noChangeAspect="1"/>
          </p:cNvPicPr>
          <p:nvPr>
            <p:ph idx="1"/>
          </p:nvPr>
        </p:nvPicPr>
        <p:blipFill>
          <a:blip r:embed="rId3"/>
          <a:stretch>
            <a:fillRect/>
          </a:stretch>
        </p:blipFill>
        <p:spPr>
          <a:xfrm>
            <a:off x="5722779" y="1709738"/>
            <a:ext cx="5215255" cy="4097337"/>
          </a:xfrm>
        </p:spPr>
      </p:pic>
      <p:sp>
        <p:nvSpPr>
          <p:cNvPr id="4" name="Content Placeholder 3">
            <a:extLst>
              <a:ext uri="{FF2B5EF4-FFF2-40B4-BE49-F238E27FC236}">
                <a16:creationId xmlns:a16="http://schemas.microsoft.com/office/drawing/2014/main" id="{6351BEC0-B30B-061F-AAD1-71E8BC71FFDC}"/>
              </a:ext>
            </a:extLst>
          </p:cNvPr>
          <p:cNvSpPr>
            <a:spLocks noGrp="1"/>
          </p:cNvSpPr>
          <p:nvPr>
            <p:ph type="body"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46729" y="1689015"/>
            <a:ext cx="5698983" cy="3791403"/>
          </a:xfrm>
        </p:spPr>
        <p:txBody>
          <a:bodyPr vert="horz" lIns="91440" tIns="45720" rIns="91440" bIns="45720" rtlCol="0" anchor="t">
            <a:normAutofit fontScale="92500" lnSpcReduction="20000"/>
          </a:bodyPr>
          <a:lstStyle/>
          <a:p>
            <a:pPr>
              <a:spcBef>
                <a:spcPts val="2500"/>
              </a:spcBef>
            </a:pPr>
            <a:r>
              <a:rPr lang="en-US" sz="1400" b="1" dirty="0"/>
              <a:t>Ejemplos </a:t>
            </a:r>
          </a:p>
          <a:p>
            <a:pPr marL="0" indent="0">
              <a:spcBef>
                <a:spcPts val="2500"/>
              </a:spcBef>
              <a:buFont typeface="Arial" panose="020B0604020202020204" pitchFamily="34" charset="0"/>
              <a:buNone/>
            </a:pPr>
            <a:r>
              <a:rPr lang="en-US" sz="1400" b="1" dirty="0"/>
              <a:t>Acciones para asegurar calidad</a:t>
            </a:r>
          </a:p>
          <a:p>
            <a:pPr marL="0" lvl="1"/>
            <a:r>
              <a:rPr lang="en-US" dirty="0">
                <a:highlight>
                  <a:srgbClr val="FFFF00"/>
                </a:highlight>
              </a:rPr>
              <a:t>Argumente acciones para la asegurar la calidad del proyecto </a:t>
            </a:r>
          </a:p>
          <a:p>
            <a:pPr marL="0" indent="0">
              <a:spcBef>
                <a:spcPts val="2500"/>
              </a:spcBef>
              <a:buFont typeface="Arial" panose="020B0604020202020204" pitchFamily="34" charset="0"/>
              <a:buNone/>
            </a:pPr>
            <a:r>
              <a:rPr lang="en-US" sz="1400" b="1" dirty="0"/>
              <a:t>Optimización </a:t>
            </a:r>
          </a:p>
          <a:p>
            <a:pPr marL="0" lvl="1"/>
            <a:r>
              <a:rPr lang="es-ES" dirty="0">
                <a:highlight>
                  <a:srgbClr val="FFFF00"/>
                </a:highlight>
              </a:rPr>
              <a:t>Argumente por que el proyecto mejora la optimización de </a:t>
            </a:r>
            <a:r>
              <a:rPr lang="es-ES">
                <a:highlight>
                  <a:srgbClr val="FFFF00"/>
                </a:highlight>
              </a:rPr>
              <a:t>recursos </a:t>
            </a:r>
            <a:endParaRPr lang="es-ES" dirty="0"/>
          </a:p>
          <a:p>
            <a:pPr marL="0" lvl="1"/>
            <a:endParaRPr lang="en-US" b="1" dirty="0">
              <a:highlight>
                <a:srgbClr val="FFFF00"/>
              </a:highlight>
            </a:endParaRPr>
          </a:p>
          <a:p>
            <a:pPr marL="0" lvl="1"/>
            <a:r>
              <a:rPr lang="en-US" b="1" dirty="0" err="1">
                <a:highlight>
                  <a:srgbClr val="FFFF00"/>
                </a:highlight>
              </a:rPr>
              <a:t>Usabilidad</a:t>
            </a:r>
            <a:r>
              <a:rPr lang="en-US" b="1" dirty="0">
                <a:highlight>
                  <a:srgbClr val="FFFF00"/>
                </a:highlight>
              </a:rPr>
              <a:t> Y/O </a:t>
            </a:r>
            <a:r>
              <a:rPr lang="en-US" b="1" dirty="0" err="1">
                <a:highlight>
                  <a:srgbClr val="FFFF00"/>
                </a:highlight>
              </a:rPr>
              <a:t>accesibilidad</a:t>
            </a:r>
            <a:endParaRPr lang="en-US" dirty="0" err="1"/>
          </a:p>
          <a:p>
            <a:pPr marL="0" lvl="1"/>
            <a:r>
              <a:rPr lang="es-ES" sz="1500" dirty="0">
                <a:highlight>
                  <a:srgbClr val="FFFF00"/>
                </a:highlight>
              </a:rPr>
              <a:t>Argumente por que se debe considerar las dimensiones mencionadas  </a:t>
            </a:r>
            <a:endParaRPr lang="en-US" dirty="0"/>
          </a:p>
          <a:p>
            <a:pPr marL="0" indent="0">
              <a:spcBef>
                <a:spcPts val="2500"/>
              </a:spcBef>
              <a:buFont typeface="Arial" panose="020B0604020202020204" pitchFamily="34" charset="0"/>
              <a:buNone/>
            </a:pPr>
            <a:r>
              <a:rPr lang="en-US" sz="1400" b="1" dirty="0"/>
              <a:t>Análisis crítico y aprendizaje</a:t>
            </a:r>
            <a:endParaRPr lang="en-US" sz="1400" b="1"/>
          </a:p>
          <a:p>
            <a:pPr marL="0" lvl="1"/>
            <a:r>
              <a:rPr dirty="0">
                <a:highlight>
                  <a:srgbClr val="FFFF00"/>
                </a:highlight>
              </a:rPr>
              <a:t>Reflexión crítica sobre mejoras que aporta madurez académica y comprensión del impacto </a:t>
            </a:r>
            <a:r>
              <a:rPr lang="es-ES" dirty="0">
                <a:highlight>
                  <a:srgbClr val="FFFF00"/>
                </a:highlight>
              </a:rPr>
              <a:t>de la</a:t>
            </a:r>
            <a:r>
              <a:rPr dirty="0">
                <a:highlight>
                  <a:srgbClr val="FFFF00"/>
                </a:highlight>
              </a:rPr>
              <a:t> </a:t>
            </a:r>
            <a:r>
              <a:rPr lang="es-ES" dirty="0">
                <a:highlight>
                  <a:srgbClr val="FFFF00"/>
                </a:highlight>
              </a:rPr>
              <a:t>ingeniría del software</a:t>
            </a:r>
            <a:r>
              <a:rPr dirty="0">
                <a:highlight>
                  <a:srgbClr val="FFFF00"/>
                </a:highlight>
              </a:rPr>
              <a:t>.</a:t>
            </a:r>
            <a:endParaRPr lang="en-US">
              <a:highlight>
                <a:srgbClr val="FFFF00"/>
              </a:highlight>
            </a:endParaRPr>
          </a:p>
        </p:txBody>
      </p:sp>
      <p:sp>
        <p:nvSpPr>
          <p:cNvPr id="6" name="Date Placeholder 5">
            <a:extLst>
              <a:ext uri="{FF2B5EF4-FFF2-40B4-BE49-F238E27FC236}">
                <a16:creationId xmlns:a16="http://schemas.microsoft.com/office/drawing/2014/main" id="{A29EC24A-FDA0-3A05-D654-AA5D9B84FA3D}"/>
              </a:ext>
            </a:extLst>
          </p:cNvPr>
          <p:cNvSpPr>
            <a:spLocks noGrp="1"/>
          </p:cNvSpPr>
          <p:nvPr>
            <p:ph type="dt" sz="half" idx="10"/>
          </p:nvPr>
        </p:nvSpPr>
        <p:spPr/>
        <p:txBody>
          <a:bodyPr anchor="ctr">
            <a:normAutofit/>
          </a:bodyPr>
          <a:lstStyle/>
          <a:p>
            <a:pPr rtl="0">
              <a:spcAft>
                <a:spcPts val="600"/>
              </a:spcAft>
            </a:pPr>
            <a:r>
              <a:rPr lang="en-US"/>
              <a:t>11/8/2025</a:t>
            </a:r>
          </a:p>
        </p:txBody>
      </p:sp>
      <p:sp>
        <p:nvSpPr>
          <p:cNvPr id="5" name="Footer Placeholder 4">
            <a:extLst>
              <a:ext uri="{FF2B5EF4-FFF2-40B4-BE49-F238E27FC236}">
                <a16:creationId xmlns:a16="http://schemas.microsoft.com/office/drawing/2014/main" id="{6F5235D2-9987-5848-D4BB-4B715D5C8C55}"/>
              </a:ext>
            </a:extLst>
          </p:cNvPr>
          <p:cNvSpPr>
            <a:spLocks noGrp="1"/>
          </p:cNvSpPr>
          <p:nvPr>
            <p:ph type="ftr" sz="quarter" idx="11"/>
          </p:nvPr>
        </p:nvSpPr>
        <p:spPr/>
        <p:txBody>
          <a:bodyPr anchor="ctr">
            <a:normAutofit/>
          </a:bodyPr>
          <a:lstStyle/>
          <a:p>
            <a:pPr rtl="0">
              <a:lnSpc>
                <a:spcPct val="90000"/>
              </a:lnSpc>
              <a:spcAft>
                <a:spcPts val="600"/>
              </a:spcAft>
            </a:pPr>
            <a:r>
              <a:rPr lang="es"/>
              <a:t>Ejemplo de Texto de pie de página</a:t>
            </a:r>
          </a:p>
        </p:txBody>
      </p:sp>
      <p:sp>
        <p:nvSpPr>
          <p:cNvPr id="7" name="Slide Number Placeholder 6">
            <a:extLst>
              <a:ext uri="{FF2B5EF4-FFF2-40B4-BE49-F238E27FC236}">
                <a16:creationId xmlns:a16="http://schemas.microsoft.com/office/drawing/2014/main" id="{82CF36FA-7473-E0F8-D51C-FF98A13F53B2}"/>
              </a:ext>
            </a:extLst>
          </p:cNvPr>
          <p:cNvSpPr>
            <a:spLocks noGrp="1"/>
          </p:cNvSpPr>
          <p:nvPr>
            <p:ph type="sldNum" sz="quarter" idx="12"/>
          </p:nvPr>
        </p:nvSpPr>
        <p:spPr/>
        <p:txBody>
          <a:bodyPr anchor="ctr">
            <a:normAutofit/>
          </a:bodyPr>
          <a:lstStyle/>
          <a:p>
            <a:pPr rtl="0">
              <a:spcAft>
                <a:spcPts val="600"/>
              </a:spcAft>
            </a:pPr>
            <a:fld id="{27F8DDA4-3B80-4E8A-A8F5-521F73BF9127}" type="slidenum">
              <a:rPr lang="en-US" smtClean="0"/>
              <a:pPr rtl="0">
                <a:spcAft>
                  <a:spcPts val="600"/>
                </a:spcAft>
              </a:pPr>
              <a:t>13</a:t>
            </a:fld>
            <a:endParaRPr lang="en-US"/>
          </a:p>
        </p:txBody>
      </p:sp>
    </p:spTree>
    <p:extLst>
      <p:ext uri="{BB962C8B-B14F-4D97-AF65-F5344CB8AC3E}">
        <p14:creationId xmlns:p14="http://schemas.microsoft.com/office/powerpoint/2010/main" val="31348049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05008-0B3D-BECD-F4D5-999EFA236196}"/>
              </a:ext>
            </a:extLst>
          </p:cNvPr>
          <p:cNvSpPr>
            <a:spLocks noGrp="1"/>
          </p:cNvSpPr>
          <p:nvPr>
            <p:ph type="title"/>
          </p:nvPr>
        </p:nvSpPr>
        <p:spPr>
          <a:xfrm>
            <a:off x="486934" y="74643"/>
            <a:ext cx="10177272" cy="2990088"/>
          </a:xfrm>
        </p:spPr>
        <p:txBody>
          <a:bodyPr anchor="t">
            <a:normAutofit/>
          </a:bodyPr>
          <a:lstStyle/>
          <a:p>
            <a:r>
              <a:rPr lang="en-US" dirty="0" err="1">
                <a:solidFill>
                  <a:srgbClr val="0070C0"/>
                </a:solidFill>
              </a:rPr>
              <a:t>Conclusión</a:t>
            </a:r>
            <a:r>
              <a:rPr lang="en-US" dirty="0">
                <a:solidFill>
                  <a:srgbClr val="0070C0"/>
                </a:solidFill>
              </a:rPr>
              <a:t> del </a:t>
            </a:r>
            <a:r>
              <a:rPr lang="en-US" dirty="0" err="1">
                <a:solidFill>
                  <a:srgbClr val="0070C0"/>
                </a:solidFill>
              </a:rPr>
              <a:t>caso</a:t>
            </a:r>
            <a:r>
              <a:rPr lang="en-US" dirty="0">
                <a:solidFill>
                  <a:srgbClr val="0070C0"/>
                </a:solidFill>
              </a:rPr>
              <a:t> Biblioteca</a:t>
            </a:r>
          </a:p>
        </p:txBody>
      </p:sp>
      <p:sp>
        <p:nvSpPr>
          <p:cNvPr id="6" name="Date Placeholder 5">
            <a:extLst>
              <a:ext uri="{FF2B5EF4-FFF2-40B4-BE49-F238E27FC236}">
                <a16:creationId xmlns:a16="http://schemas.microsoft.com/office/drawing/2014/main" id="{02C783D6-0716-7C11-7D76-611F8F98EFEE}"/>
              </a:ext>
            </a:extLst>
          </p:cNvPr>
          <p:cNvSpPr>
            <a:spLocks noGrp="1"/>
          </p:cNvSpPr>
          <p:nvPr>
            <p:ph type="dt" sz="half" idx="10"/>
          </p:nvPr>
        </p:nvSpPr>
        <p:spPr/>
        <p:txBody>
          <a:bodyPr anchor="ctr">
            <a:normAutofit/>
          </a:bodyPr>
          <a:lstStyle/>
          <a:p>
            <a:pPr rtl="0">
              <a:spcAft>
                <a:spcPts val="600"/>
              </a:spcAft>
            </a:pPr>
            <a:r>
              <a:rPr lang="en-US"/>
              <a:t>11/8/2025</a:t>
            </a:r>
          </a:p>
        </p:txBody>
      </p:sp>
      <p:sp>
        <p:nvSpPr>
          <p:cNvPr id="5" name="Footer Placeholder 4">
            <a:extLst>
              <a:ext uri="{FF2B5EF4-FFF2-40B4-BE49-F238E27FC236}">
                <a16:creationId xmlns:a16="http://schemas.microsoft.com/office/drawing/2014/main" id="{7CEA41C9-4B11-FCFC-CF4E-04BEEA7EB538}"/>
              </a:ext>
            </a:extLst>
          </p:cNvPr>
          <p:cNvSpPr>
            <a:spLocks noGrp="1"/>
          </p:cNvSpPr>
          <p:nvPr>
            <p:ph type="ftr" sz="quarter" idx="11"/>
          </p:nvPr>
        </p:nvSpPr>
        <p:spPr/>
        <p:txBody>
          <a:bodyPr anchor="ctr">
            <a:normAutofit/>
          </a:bodyPr>
          <a:lstStyle/>
          <a:p>
            <a:pPr rtl="0">
              <a:lnSpc>
                <a:spcPct val="90000"/>
              </a:lnSpc>
              <a:spcAft>
                <a:spcPts val="600"/>
              </a:spcAft>
            </a:pPr>
            <a:r>
              <a:rPr lang="es"/>
              <a:t>Ejemplo de Texto de pie de página</a:t>
            </a:r>
          </a:p>
        </p:txBody>
      </p:sp>
      <p:sp>
        <p:nvSpPr>
          <p:cNvPr id="7" name="Slide Number Placeholder 6">
            <a:extLst>
              <a:ext uri="{FF2B5EF4-FFF2-40B4-BE49-F238E27FC236}">
                <a16:creationId xmlns:a16="http://schemas.microsoft.com/office/drawing/2014/main" id="{8D0A4BF5-4E34-61ED-9616-149DEEF752EB}"/>
              </a:ext>
            </a:extLst>
          </p:cNvPr>
          <p:cNvSpPr>
            <a:spLocks noGrp="1"/>
          </p:cNvSpPr>
          <p:nvPr>
            <p:ph type="sldNum" sz="quarter" idx="12"/>
          </p:nvPr>
        </p:nvSpPr>
        <p:spPr/>
        <p:txBody>
          <a:bodyPr anchor="ctr">
            <a:normAutofit/>
          </a:bodyPr>
          <a:lstStyle/>
          <a:p>
            <a:pPr rtl="0">
              <a:spcAft>
                <a:spcPts val="600"/>
              </a:spcAft>
            </a:pPr>
            <a:fld id="{27F8DDA4-3B80-4E8A-A8F5-521F73BF9127}" type="slidenum">
              <a:rPr lang="en-US" smtClean="0"/>
              <a:pPr rtl="0">
                <a:spcAft>
                  <a:spcPts val="600"/>
                </a:spcAft>
              </a:pPr>
              <a:t>14</a:t>
            </a:fld>
            <a:endParaRPr lang="en-US"/>
          </a:p>
        </p:txBody>
      </p:sp>
      <p:pic>
        <p:nvPicPr>
          <p:cNvPr id="8" name="Content Placeholder 7" descr="Escritorio vacío">
            <a:extLst>
              <a:ext uri="{FF2B5EF4-FFF2-40B4-BE49-F238E27FC236}">
                <a16:creationId xmlns:a16="http://schemas.microsoft.com/office/drawing/2014/main" id="{C897C157-6172-4A35-906E-45BE7C231FE4}"/>
              </a:ext>
            </a:extLst>
          </p:cNvPr>
          <p:cNvPicPr>
            <a:picLocks noGrp="1" noChangeAspect="1"/>
          </p:cNvPicPr>
          <p:nvPr>
            <p:ph type="pic" sz="quarter" idx="4294967295"/>
          </p:nvPr>
        </p:nvPicPr>
        <p:blipFill>
          <a:blip r:embed="rId3"/>
          <a:srcRect l="33421" r="130" b="-2"/>
          <a:stretch>
            <a:fillRect/>
          </a:stretch>
        </p:blipFill>
        <p:spPr>
          <a:xfrm>
            <a:off x="10377453" y="226989"/>
            <a:ext cx="1549767" cy="1582956"/>
          </a:xfrm>
        </p:spPr>
      </p:pic>
      <p:sp>
        <p:nvSpPr>
          <p:cNvPr id="4" name="Content Placeholder 3">
            <a:extLst>
              <a:ext uri="{FF2B5EF4-FFF2-40B4-BE49-F238E27FC236}">
                <a16:creationId xmlns:a16="http://schemas.microsoft.com/office/drawing/2014/main" id="{263129C6-21CB-F125-58E0-D6D43A84F9E0}"/>
              </a:ext>
            </a:extLst>
          </p:cNvPr>
          <p:cNvSpPr>
            <a:spLocks noGrp="1"/>
          </p:cNvSpPr>
          <p:nvPr>
            <p:ph idx="429496729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76127" y="1020203"/>
            <a:ext cx="11252736" cy="5205413"/>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b="1" dirty="0" err="1"/>
              <a:t>Importancia</a:t>
            </a:r>
            <a:r>
              <a:rPr lang="en-US" b="1" dirty="0"/>
              <a:t> de </a:t>
            </a:r>
            <a:r>
              <a:rPr lang="en-US" b="1" dirty="0" err="1"/>
              <a:t>Definir</a:t>
            </a:r>
            <a:r>
              <a:rPr lang="en-US" b="1" dirty="0"/>
              <a:t> </a:t>
            </a:r>
            <a:r>
              <a:rPr lang="en-US" b="1" dirty="0" err="1"/>
              <a:t>Requisitos</a:t>
            </a:r>
          </a:p>
          <a:p>
            <a:pPr marL="0" lvl="1" indent="0">
              <a:buNone/>
            </a:pPr>
            <a:r>
              <a:rPr dirty="0" err="1"/>
              <a:t>Comprender</a:t>
            </a:r>
            <a:r>
              <a:rPr dirty="0"/>
              <a:t> </a:t>
            </a:r>
            <a:r>
              <a:rPr dirty="0" err="1"/>
              <a:t>el</a:t>
            </a:r>
            <a:r>
              <a:rPr dirty="0"/>
              <a:t> </a:t>
            </a:r>
            <a:r>
              <a:rPr dirty="0" err="1"/>
              <a:t>problema</a:t>
            </a:r>
            <a:r>
              <a:rPr dirty="0"/>
              <a:t> y </a:t>
            </a:r>
            <a:r>
              <a:rPr dirty="0" err="1"/>
              <a:t>definir</a:t>
            </a:r>
            <a:r>
              <a:rPr dirty="0"/>
              <a:t> bien </a:t>
            </a:r>
            <a:r>
              <a:rPr dirty="0" err="1"/>
              <a:t>el</a:t>
            </a:r>
            <a:r>
              <a:rPr dirty="0"/>
              <a:t> </a:t>
            </a:r>
            <a:r>
              <a:rPr dirty="0" err="1"/>
              <a:t>alcance</a:t>
            </a:r>
            <a:r>
              <a:rPr dirty="0"/>
              <a:t> </a:t>
            </a:r>
            <a:r>
              <a:rPr dirty="0" err="1"/>
              <a:t>asegura</a:t>
            </a:r>
            <a:r>
              <a:rPr dirty="0"/>
              <a:t> </a:t>
            </a:r>
            <a:r>
              <a:rPr dirty="0" err="1"/>
              <a:t>requerimientos</a:t>
            </a:r>
            <a:r>
              <a:rPr dirty="0"/>
              <a:t> claros y </a:t>
            </a:r>
            <a:r>
              <a:rPr dirty="0" err="1"/>
              <a:t>estructurados</a:t>
            </a:r>
            <a:r>
              <a:rPr dirty="0"/>
              <a:t> para </a:t>
            </a:r>
            <a:r>
              <a:rPr dirty="0" err="1"/>
              <a:t>el</a:t>
            </a:r>
            <a:r>
              <a:rPr dirty="0"/>
              <a:t> </a:t>
            </a:r>
            <a:r>
              <a:rPr dirty="0" err="1"/>
              <a:t>proyecto</a:t>
            </a:r>
            <a:r>
              <a:rPr dirty="0"/>
              <a:t>.</a:t>
            </a:r>
            <a:r>
              <a:rPr lang="es-ES" dirty="0"/>
              <a:t> </a:t>
            </a:r>
            <a:r>
              <a:rPr lang="es-ES" dirty="0" err="1"/>
              <a:t>xxxxxxxxxxxxxxxxxxxxxxxxxxxxxxxxx</a:t>
            </a:r>
            <a:endParaRPr lang="en-US" dirty="0" err="1"/>
          </a:p>
          <a:p>
            <a:pPr marL="0" indent="0">
              <a:spcBef>
                <a:spcPts val="2500"/>
              </a:spcBef>
              <a:buFont typeface="Arial" panose="020B0604020202020204" pitchFamily="34" charset="0"/>
              <a:buNone/>
            </a:pPr>
            <a:r>
              <a:rPr lang="en-US" b="1" dirty="0" err="1"/>
              <a:t>Éxito</a:t>
            </a:r>
            <a:r>
              <a:rPr lang="en-US" b="1" dirty="0"/>
              <a:t> del Proyecto de Software</a:t>
            </a:r>
          </a:p>
          <a:p>
            <a:pPr marL="0" lvl="1" indent="0">
              <a:buNone/>
            </a:pPr>
            <a:r>
              <a:rPr lang="en-US" dirty="0"/>
              <a:t>Una </a:t>
            </a:r>
            <a:r>
              <a:rPr lang="en-US" dirty="0" err="1"/>
              <a:t>correcta</a:t>
            </a:r>
            <a:r>
              <a:rPr lang="en-US" dirty="0"/>
              <a:t> </a:t>
            </a:r>
            <a:r>
              <a:rPr lang="en-US" dirty="0" err="1"/>
              <a:t>definición</a:t>
            </a:r>
            <a:r>
              <a:rPr lang="en-US" dirty="0"/>
              <a:t> de </a:t>
            </a:r>
            <a:r>
              <a:rPr lang="en-US" dirty="0" err="1"/>
              <a:t>requisitos</a:t>
            </a:r>
            <a:r>
              <a:rPr lang="en-US" dirty="0"/>
              <a:t> es la base </a:t>
            </a:r>
            <a:r>
              <a:rPr lang="en-US" dirty="0" err="1"/>
              <a:t>xxxxxxxxxxxxxxxxxxxxxxxx</a:t>
            </a:r>
          </a:p>
          <a:p>
            <a:pPr marL="0" indent="0">
              <a:spcBef>
                <a:spcPts val="2500"/>
              </a:spcBef>
              <a:buFont typeface="Arial" panose="020B0604020202020204" pitchFamily="34" charset="0"/>
              <a:buNone/>
            </a:pPr>
            <a:r>
              <a:rPr lang="en-US" b="1" dirty="0" err="1"/>
              <a:t>Aporte</a:t>
            </a:r>
            <a:r>
              <a:rPr lang="en-US" b="1" dirty="0"/>
              <a:t> al </a:t>
            </a:r>
            <a:r>
              <a:rPr lang="en-US" b="1" dirty="0" err="1"/>
              <a:t>Negocio</a:t>
            </a:r>
            <a:r>
              <a:rPr lang="en-US" b="1" dirty="0"/>
              <a:t> de la Biblioteca</a:t>
            </a:r>
          </a:p>
          <a:p>
            <a:pPr marL="0" lvl="1" indent="0">
              <a:buNone/>
            </a:pPr>
            <a:r>
              <a:rPr dirty="0"/>
              <a:t>El </a:t>
            </a:r>
            <a:r>
              <a:rPr dirty="0" err="1"/>
              <a:t>sistema</a:t>
            </a:r>
            <a:r>
              <a:rPr dirty="0"/>
              <a:t> </a:t>
            </a:r>
            <a:r>
              <a:rPr dirty="0" err="1"/>
              <a:t>propuesto</a:t>
            </a:r>
            <a:r>
              <a:rPr dirty="0"/>
              <a:t> </a:t>
            </a:r>
            <a:r>
              <a:rPr dirty="0" err="1"/>
              <a:t>mejora</a:t>
            </a:r>
            <a:r>
              <a:rPr dirty="0"/>
              <a:t> </a:t>
            </a:r>
            <a:r>
              <a:rPr lang="en-US" dirty="0"/>
              <a:t>.</a:t>
            </a:r>
            <a:r>
              <a:rPr lang="es-ES" dirty="0"/>
              <a:t> </a:t>
            </a:r>
            <a:r>
              <a:rPr lang="es-ES" dirty="0" err="1"/>
              <a:t>xxxxxxxxxxxxxxxxxxxxxxxxxxxxxxxxx</a:t>
            </a:r>
          </a:p>
          <a:p>
            <a:pPr marL="0" indent="0">
              <a:spcBef>
                <a:spcPts val="2500"/>
              </a:spcBef>
              <a:buFont typeface="Arial" panose="020B0604020202020204" pitchFamily="34" charset="0"/>
              <a:buNone/>
            </a:pPr>
            <a:r>
              <a:rPr lang="en-US" b="1" dirty="0" err="1"/>
              <a:t>Relevancia</a:t>
            </a:r>
            <a:r>
              <a:rPr lang="en-US" b="1" dirty="0"/>
              <a:t> de Ingeniería de Software</a:t>
            </a:r>
          </a:p>
          <a:p>
            <a:pPr marL="0" lvl="1" indent="0">
              <a:buNone/>
            </a:pPr>
            <a:r>
              <a:rPr dirty="0"/>
              <a:t>La Ingeniería de Software </a:t>
            </a:r>
            <a:r>
              <a:rPr lang="en-US" dirty="0"/>
              <a:t>.</a:t>
            </a:r>
            <a:r>
              <a:rPr lang="es-ES" dirty="0"/>
              <a:t> </a:t>
            </a:r>
            <a:r>
              <a:rPr lang="es-ES" dirty="0" err="1"/>
              <a:t>xxxxxxxxxxxxxxxxxxxxxxxxxxxxxxxxx</a:t>
            </a:r>
            <a:endParaRPr lang="en-US" dirty="0" err="1"/>
          </a:p>
        </p:txBody>
      </p:sp>
      <p:sp>
        <p:nvSpPr>
          <p:cNvPr id="9" name="CuadroTexto 5">
            <a:extLst>
              <a:ext uri="{FF2B5EF4-FFF2-40B4-BE49-F238E27FC236}">
                <a16:creationId xmlns:a16="http://schemas.microsoft.com/office/drawing/2014/main" id="{E145093A-5197-C156-EA6B-5A310E101B2D}"/>
              </a:ext>
            </a:extLst>
          </p:cNvPr>
          <p:cNvSpPr txBox="1"/>
          <p:nvPr/>
        </p:nvSpPr>
        <p:spPr>
          <a:xfrm>
            <a:off x="5574685" y="2088946"/>
            <a:ext cx="5863324" cy="2677656"/>
          </a:xfrm>
          <a:prstGeom prst="rect">
            <a:avLst/>
          </a:prstGeom>
        </p:spPr>
        <p:style>
          <a:lnRef idx="1">
            <a:schemeClr val="accent2"/>
          </a:lnRef>
          <a:fillRef idx="2">
            <a:schemeClr val="accent2"/>
          </a:fillRef>
          <a:effectRef idx="1">
            <a:schemeClr val="accent2"/>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sz="2800" dirty="0" err="1">
                <a:solidFill>
                  <a:srgbClr val="444742"/>
                </a:solidFill>
                <a:ea typeface="+mn-lt"/>
                <a:cs typeface="+mn-lt"/>
              </a:rPr>
              <a:t>Incluir</a:t>
            </a:r>
            <a:r>
              <a:rPr lang="en-US" sz="2800" dirty="0">
                <a:solidFill>
                  <a:srgbClr val="444742"/>
                </a:solidFill>
                <a:ea typeface="+mn-lt"/>
                <a:cs typeface="+mn-lt"/>
              </a:rPr>
              <a:t>:</a:t>
            </a:r>
            <a:endParaRPr lang="es-ES" dirty="0"/>
          </a:p>
          <a:p>
            <a:r>
              <a:rPr lang="en-US" sz="2800" dirty="0">
                <a:solidFill>
                  <a:srgbClr val="444742"/>
                </a:solidFill>
                <a:ea typeface="+mn-lt"/>
                <a:cs typeface="+mn-lt"/>
              </a:rPr>
              <a:t>• </a:t>
            </a:r>
            <a:r>
              <a:rPr lang="en-US" sz="2800" dirty="0" err="1">
                <a:solidFill>
                  <a:srgbClr val="444742"/>
                </a:solidFill>
                <a:ea typeface="+mn-lt"/>
                <a:cs typeface="+mn-lt"/>
              </a:rPr>
              <a:t>principales</a:t>
            </a:r>
            <a:r>
              <a:rPr lang="en-US" sz="2800" dirty="0">
                <a:solidFill>
                  <a:srgbClr val="444742"/>
                </a:solidFill>
                <a:ea typeface="+mn-lt"/>
                <a:cs typeface="+mn-lt"/>
              </a:rPr>
              <a:t> </a:t>
            </a:r>
            <a:r>
              <a:rPr lang="en-US" sz="2800" dirty="0" err="1">
                <a:solidFill>
                  <a:srgbClr val="444742"/>
                </a:solidFill>
                <a:ea typeface="+mn-lt"/>
                <a:cs typeface="+mn-lt"/>
              </a:rPr>
              <a:t>hallazgos</a:t>
            </a:r>
            <a:endParaRPr lang="en-US" dirty="0" err="1"/>
          </a:p>
          <a:p>
            <a:r>
              <a:rPr lang="en-US" sz="2800" dirty="0">
                <a:solidFill>
                  <a:srgbClr val="444742"/>
                </a:solidFill>
                <a:ea typeface="+mn-lt"/>
                <a:cs typeface="+mn-lt"/>
              </a:rPr>
              <a:t>• </a:t>
            </a:r>
            <a:r>
              <a:rPr lang="en-US" sz="2800" dirty="0" err="1">
                <a:solidFill>
                  <a:srgbClr val="444742"/>
                </a:solidFill>
                <a:ea typeface="+mn-lt"/>
                <a:cs typeface="+mn-lt"/>
              </a:rPr>
              <a:t>importancia</a:t>
            </a:r>
            <a:r>
              <a:rPr lang="en-US" sz="2800" dirty="0">
                <a:solidFill>
                  <a:srgbClr val="444742"/>
                </a:solidFill>
                <a:ea typeface="+mn-lt"/>
                <a:cs typeface="+mn-lt"/>
              </a:rPr>
              <a:t> </a:t>
            </a:r>
            <a:r>
              <a:rPr lang="en-US" sz="2800" b="0" i="0" u="none" strike="noStrike" baseline="0" dirty="0">
                <a:solidFill>
                  <a:srgbClr val="444742"/>
                </a:solidFill>
                <a:ea typeface="+mn-lt"/>
                <a:cs typeface="+mn-lt"/>
              </a:rPr>
              <a:t>de </a:t>
            </a:r>
            <a:r>
              <a:rPr lang="en-US" sz="2800" dirty="0" err="1">
                <a:solidFill>
                  <a:srgbClr val="444742"/>
                </a:solidFill>
                <a:ea typeface="+mn-lt"/>
                <a:cs typeface="+mn-lt"/>
              </a:rPr>
              <a:t>requisitos</a:t>
            </a:r>
            <a:r>
              <a:rPr lang="en-US" sz="2800" dirty="0">
                <a:solidFill>
                  <a:srgbClr val="444742"/>
                </a:solidFill>
                <a:ea typeface="+mn-lt"/>
                <a:cs typeface="+mn-lt"/>
              </a:rPr>
              <a:t> claros</a:t>
            </a:r>
            <a:endParaRPr lang="en-US" dirty="0"/>
          </a:p>
          <a:p>
            <a:r>
              <a:rPr lang="en-US" sz="2800" dirty="0">
                <a:solidFill>
                  <a:srgbClr val="444742"/>
                </a:solidFill>
                <a:ea typeface="+mn-lt"/>
                <a:cs typeface="+mn-lt"/>
              </a:rPr>
              <a:t>• </a:t>
            </a:r>
            <a:r>
              <a:rPr lang="en-US" sz="2800" dirty="0" err="1">
                <a:solidFill>
                  <a:srgbClr val="444742"/>
                </a:solidFill>
                <a:ea typeface="+mn-lt"/>
                <a:cs typeface="+mn-lt"/>
              </a:rPr>
              <a:t>relación</a:t>
            </a:r>
            <a:r>
              <a:rPr lang="en-US" sz="2800" dirty="0">
                <a:solidFill>
                  <a:srgbClr val="444742"/>
                </a:solidFill>
                <a:ea typeface="+mn-lt"/>
                <a:cs typeface="+mn-lt"/>
              </a:rPr>
              <a:t> con </a:t>
            </a:r>
            <a:r>
              <a:rPr lang="en-US" sz="2800" dirty="0" err="1">
                <a:solidFill>
                  <a:srgbClr val="444742"/>
                </a:solidFill>
                <a:ea typeface="+mn-lt"/>
                <a:cs typeface="+mn-lt"/>
              </a:rPr>
              <a:t>el</a:t>
            </a:r>
            <a:r>
              <a:rPr lang="en-US" sz="2800" dirty="0">
                <a:solidFill>
                  <a:srgbClr val="444742"/>
                </a:solidFill>
                <a:ea typeface="+mn-lt"/>
                <a:cs typeface="+mn-lt"/>
              </a:rPr>
              <a:t> </a:t>
            </a:r>
            <a:r>
              <a:rPr lang="en-US" sz="2800" dirty="0" err="1">
                <a:solidFill>
                  <a:srgbClr val="444742"/>
                </a:solidFill>
                <a:ea typeface="+mn-lt"/>
                <a:cs typeface="+mn-lt"/>
              </a:rPr>
              <a:t>éxito</a:t>
            </a:r>
            <a:r>
              <a:rPr lang="en-US" sz="2800" dirty="0">
                <a:solidFill>
                  <a:srgbClr val="444742"/>
                </a:solidFill>
                <a:ea typeface="+mn-lt"/>
                <a:cs typeface="+mn-lt"/>
              </a:rPr>
              <a:t> del </a:t>
            </a:r>
            <a:r>
              <a:rPr lang="en-US" sz="2800" dirty="0" err="1">
                <a:solidFill>
                  <a:srgbClr val="444742"/>
                </a:solidFill>
                <a:ea typeface="+mn-lt"/>
                <a:cs typeface="+mn-lt"/>
              </a:rPr>
              <a:t>proyecto</a:t>
            </a:r>
            <a:endParaRPr lang="es-ES" dirty="0" err="1"/>
          </a:p>
          <a:p>
            <a:r>
              <a:rPr lang="en-US" sz="2800" dirty="0">
                <a:solidFill>
                  <a:srgbClr val="444742"/>
                </a:solidFill>
                <a:ea typeface="+mn-lt"/>
                <a:cs typeface="+mn-lt"/>
              </a:rPr>
              <a:t>• </a:t>
            </a:r>
            <a:r>
              <a:rPr lang="en-US" sz="2800" dirty="0" err="1">
                <a:solidFill>
                  <a:srgbClr val="444742"/>
                </a:solidFill>
                <a:ea typeface="+mn-lt"/>
                <a:cs typeface="+mn-lt"/>
              </a:rPr>
              <a:t>aporte</a:t>
            </a:r>
            <a:r>
              <a:rPr lang="en-US" sz="2800" dirty="0">
                <a:solidFill>
                  <a:srgbClr val="444742"/>
                </a:solidFill>
                <a:ea typeface="+mn-lt"/>
                <a:cs typeface="+mn-lt"/>
              </a:rPr>
              <a:t> del </a:t>
            </a:r>
            <a:r>
              <a:rPr lang="en-US" sz="2800" dirty="0" err="1">
                <a:solidFill>
                  <a:srgbClr val="444742"/>
                </a:solidFill>
                <a:ea typeface="+mn-lt"/>
                <a:cs typeface="+mn-lt"/>
              </a:rPr>
              <a:t>sistema</a:t>
            </a:r>
            <a:r>
              <a:rPr lang="en-US" sz="2800" dirty="0">
                <a:solidFill>
                  <a:srgbClr val="444742"/>
                </a:solidFill>
                <a:ea typeface="+mn-lt"/>
                <a:cs typeface="+mn-lt"/>
              </a:rPr>
              <a:t> al </a:t>
            </a:r>
            <a:r>
              <a:rPr lang="en-US" sz="2800" dirty="0" err="1">
                <a:solidFill>
                  <a:srgbClr val="444742"/>
                </a:solidFill>
                <a:ea typeface="+mn-lt"/>
                <a:cs typeface="+mn-lt"/>
              </a:rPr>
              <a:t>negocio</a:t>
            </a:r>
            <a:endParaRPr lang="en-US" dirty="0" err="1"/>
          </a:p>
          <a:p>
            <a:endParaRPr lang="en-US" sz="2800" dirty="0">
              <a:solidFill>
                <a:srgbClr val="444742"/>
              </a:solidFill>
              <a:latin typeface="Arial"/>
              <a:cs typeface="Arial"/>
            </a:endParaRPr>
          </a:p>
        </p:txBody>
      </p:sp>
    </p:spTree>
    <p:extLst>
      <p:ext uri="{BB962C8B-B14F-4D97-AF65-F5344CB8AC3E}">
        <p14:creationId xmlns:p14="http://schemas.microsoft.com/office/powerpoint/2010/main" val="4970293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6360C5-05E6-B7B0-C482-C1369A4007FA}"/>
              </a:ext>
            </a:extLst>
          </p:cNvPr>
          <p:cNvSpPr>
            <a:spLocks noGrp="1"/>
          </p:cNvSpPr>
          <p:nvPr>
            <p:ph type="title"/>
          </p:nvPr>
        </p:nvSpPr>
        <p:spPr/>
        <p:txBody>
          <a:bodyPr/>
          <a:lstStyle/>
          <a:p>
            <a:r>
              <a:rPr lang="es-ES" dirty="0"/>
              <a:t>Recomendaciones </a:t>
            </a:r>
            <a:r>
              <a:rPr lang="es-ES"/>
              <a:t>finales </a:t>
            </a:r>
            <a:endParaRPr lang="es-ES" dirty="0"/>
          </a:p>
        </p:txBody>
      </p:sp>
      <p:sp>
        <p:nvSpPr>
          <p:cNvPr id="4" name="Marcador de fecha 3">
            <a:extLst>
              <a:ext uri="{FF2B5EF4-FFF2-40B4-BE49-F238E27FC236}">
                <a16:creationId xmlns:a16="http://schemas.microsoft.com/office/drawing/2014/main" id="{5D772421-EB2F-A120-C14B-08A596866104}"/>
              </a:ext>
            </a:extLst>
          </p:cNvPr>
          <p:cNvSpPr>
            <a:spLocks noGrp="1"/>
          </p:cNvSpPr>
          <p:nvPr>
            <p:ph type="dt" sz="half" idx="10"/>
          </p:nvPr>
        </p:nvSpPr>
        <p:spPr/>
        <p:txBody>
          <a:bodyPr/>
          <a:lstStyle/>
          <a:p>
            <a:pPr rtl="0"/>
            <a:r>
              <a:rPr lang="en-US"/>
              <a:t>11/8/2025</a:t>
            </a:r>
          </a:p>
        </p:txBody>
      </p:sp>
      <p:sp>
        <p:nvSpPr>
          <p:cNvPr id="3" name="Marcador de pie de página 2">
            <a:extLst>
              <a:ext uri="{FF2B5EF4-FFF2-40B4-BE49-F238E27FC236}">
                <a16:creationId xmlns:a16="http://schemas.microsoft.com/office/drawing/2014/main" id="{4AE14634-2E1A-94D0-9080-D8AC13C3B06E}"/>
              </a:ext>
            </a:extLst>
          </p:cNvPr>
          <p:cNvSpPr>
            <a:spLocks noGrp="1"/>
          </p:cNvSpPr>
          <p:nvPr>
            <p:ph type="ftr" sz="quarter" idx="11"/>
          </p:nvPr>
        </p:nvSpPr>
        <p:spPr/>
        <p:txBody>
          <a:bodyPr/>
          <a:lstStyle/>
          <a:p>
            <a:pPr rtl="0"/>
            <a:r>
              <a:rPr lang="es"/>
              <a:t>Texto de ejemplo para el pie de página</a:t>
            </a:r>
          </a:p>
        </p:txBody>
      </p:sp>
      <p:sp>
        <p:nvSpPr>
          <p:cNvPr id="5" name="Marcador de número de diapositiva 4">
            <a:extLst>
              <a:ext uri="{FF2B5EF4-FFF2-40B4-BE49-F238E27FC236}">
                <a16:creationId xmlns:a16="http://schemas.microsoft.com/office/drawing/2014/main" id="{10EE2EF3-BAA9-DC9E-6AD2-F8FB6C9CB8C6}"/>
              </a:ext>
            </a:extLst>
          </p:cNvPr>
          <p:cNvSpPr>
            <a:spLocks noGrp="1"/>
          </p:cNvSpPr>
          <p:nvPr>
            <p:ph type="sldNum" sz="quarter" idx="12"/>
          </p:nvPr>
        </p:nvSpPr>
        <p:spPr/>
        <p:txBody>
          <a:bodyPr/>
          <a:lstStyle/>
          <a:p>
            <a:pPr rtl="0"/>
            <a:fld id="{27F8DDA4-3B80-4E8A-A8F5-521F73BF9127}" type="slidenum">
              <a:rPr lang="en-US" smtClean="0"/>
              <a:t>15</a:t>
            </a:fld>
            <a:endParaRPr lang="en-US"/>
          </a:p>
        </p:txBody>
      </p:sp>
      <p:sp>
        <p:nvSpPr>
          <p:cNvPr id="6" name="CuadroTexto 5">
            <a:extLst>
              <a:ext uri="{FF2B5EF4-FFF2-40B4-BE49-F238E27FC236}">
                <a16:creationId xmlns:a16="http://schemas.microsoft.com/office/drawing/2014/main" id="{3BF629AE-1421-A910-4278-CFD5DE82BA7E}"/>
              </a:ext>
            </a:extLst>
          </p:cNvPr>
          <p:cNvSpPr txBox="1"/>
          <p:nvPr/>
        </p:nvSpPr>
        <p:spPr>
          <a:xfrm>
            <a:off x="272401" y="2385399"/>
            <a:ext cx="9286532"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a:ea typeface="+mn-lt"/>
                <a:cs typeface="+mn-lt"/>
              </a:rPr>
              <a:t>Importante</a:t>
            </a:r>
            <a:endParaRPr lang="es-ES"/>
          </a:p>
          <a:p>
            <a:endParaRPr lang="en-US" dirty="0"/>
          </a:p>
          <a:p>
            <a:r>
              <a:rPr lang="es-ES" dirty="0">
                <a:ea typeface="+mn-lt"/>
                <a:cs typeface="+mn-lt"/>
              </a:rPr>
              <a:t>La Presentación debe </a:t>
            </a:r>
            <a:r>
              <a:rPr lang="es-ES" dirty="0" err="1">
                <a:ea typeface="+mn-lt"/>
                <a:cs typeface="+mn-lt"/>
              </a:rPr>
              <a:t>debe</a:t>
            </a:r>
            <a:r>
              <a:rPr lang="es-ES" dirty="0">
                <a:ea typeface="+mn-lt"/>
                <a:cs typeface="+mn-lt"/>
              </a:rPr>
              <a:t> responder directamente a la rúbrica en los siguientes criterios:</a:t>
            </a:r>
            <a:endParaRPr lang="es-ES" dirty="0"/>
          </a:p>
          <a:p>
            <a:pPr marL="285750" indent="-285750">
              <a:buFont typeface="Arial"/>
              <a:buChar char="•"/>
            </a:pPr>
            <a:r>
              <a:rPr lang="es-ES">
                <a:ea typeface="+mn-lt"/>
                <a:cs typeface="+mn-lt"/>
              </a:rPr>
              <a:t>análisis y contexto del caso</a:t>
            </a:r>
            <a:endParaRPr lang="es-ES" dirty="0"/>
          </a:p>
          <a:p>
            <a:pPr marL="285750" indent="-285750">
              <a:buFont typeface="Arial"/>
              <a:buChar char="•"/>
            </a:pPr>
            <a:r>
              <a:rPr lang="es-ES">
                <a:ea typeface="+mn-lt"/>
                <a:cs typeface="+mn-lt"/>
              </a:rPr>
              <a:t>levantamiento  de requisitos </a:t>
            </a:r>
            <a:endParaRPr lang="es-ES"/>
          </a:p>
          <a:p>
            <a:pPr marL="285750" indent="-285750">
              <a:buFont typeface="Arial"/>
              <a:buChar char="•"/>
            </a:pPr>
            <a:r>
              <a:rPr lang="es-ES">
                <a:ea typeface="+mn-lt"/>
                <a:cs typeface="+mn-lt"/>
              </a:rPr>
              <a:t>Lecciones aprendidas </a:t>
            </a:r>
            <a:endParaRPr lang="es-ES" dirty="0">
              <a:ea typeface="+mn-lt"/>
              <a:cs typeface="+mn-lt"/>
            </a:endParaRPr>
          </a:p>
          <a:p>
            <a:pPr marL="285750" indent="-285750">
              <a:buFont typeface="Arial"/>
              <a:buChar char="•"/>
            </a:pPr>
            <a:endParaRPr lang="es-ES" dirty="0">
              <a:ea typeface="+mn-lt"/>
              <a:cs typeface="+mn-lt"/>
            </a:endParaRPr>
          </a:p>
          <a:p>
            <a:r>
              <a:rPr lang="es-ES" dirty="0">
                <a:ea typeface="+mn-lt"/>
                <a:cs typeface="+mn-lt"/>
              </a:rPr>
              <a:t>Además la rubrica considera </a:t>
            </a:r>
          </a:p>
          <a:p>
            <a:pPr marL="285750" indent="-285750">
              <a:buFont typeface="Arial"/>
              <a:buChar char="•"/>
            </a:pPr>
            <a:endParaRPr lang="es-ES" dirty="0">
              <a:ea typeface="+mn-lt"/>
              <a:cs typeface="+mn-lt"/>
            </a:endParaRPr>
          </a:p>
          <a:p>
            <a:pPr marL="285750" indent="-285750">
              <a:buFont typeface="Arial"/>
              <a:buChar char="•"/>
            </a:pPr>
            <a:r>
              <a:rPr lang="es-ES">
                <a:ea typeface="+mn-lt"/>
                <a:cs typeface="+mn-lt"/>
              </a:rPr>
              <a:t>Metodología</a:t>
            </a:r>
            <a:r>
              <a:rPr lang="es-ES" dirty="0">
                <a:ea typeface="+mn-lt"/>
                <a:cs typeface="+mn-lt"/>
              </a:rPr>
              <a:t> y su argumentación </a:t>
            </a:r>
          </a:p>
          <a:p>
            <a:pPr marL="285750" indent="-285750">
              <a:buFont typeface="Arial"/>
              <a:buChar char="•"/>
            </a:pPr>
            <a:r>
              <a:rPr lang="es-ES">
                <a:ea typeface="+mn-lt"/>
                <a:cs typeface="+mn-lt"/>
              </a:rPr>
              <a:t>claridad y  estructura de la presentación</a:t>
            </a:r>
            <a:r>
              <a:rPr lang="es-ES" dirty="0">
                <a:ea typeface="+mn-lt"/>
                <a:cs typeface="+mn-lt"/>
              </a:rPr>
              <a:t> </a:t>
            </a:r>
            <a:endParaRPr lang="es-ES"/>
          </a:p>
          <a:p>
            <a:pPr marL="285750" indent="-285750">
              <a:buFont typeface="Arial"/>
              <a:buChar char="•"/>
            </a:pPr>
            <a:r>
              <a:rPr lang="es-ES">
                <a:ea typeface="+mn-lt"/>
                <a:cs typeface="+mn-lt"/>
              </a:rPr>
              <a:t>Presentación oral</a:t>
            </a:r>
            <a:endParaRPr lang="es-ES"/>
          </a:p>
          <a:p>
            <a:endParaRPr lang="en-US" dirty="0"/>
          </a:p>
          <a:p>
            <a:endParaRPr lang="es-ES" dirty="0"/>
          </a:p>
        </p:txBody>
      </p:sp>
    </p:spTree>
    <p:extLst>
      <p:ext uri="{BB962C8B-B14F-4D97-AF65-F5344CB8AC3E}">
        <p14:creationId xmlns:p14="http://schemas.microsoft.com/office/powerpoint/2010/main" val="2620838139"/>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ccentBoxVTI">
      <a:majorFont>
        <a:latin typeface="Avenir Next LT Pro"/>
        <a:ea typeface=""/>
        <a:cs typeface=""/>
      </a:majorFont>
      <a:minorFont>
        <a:latin typeface="Avenir Next LT Pro"/>
        <a:ea typeface=""/>
        <a:cs typeface=""/>
      </a:minorFont>
    </a:fontScheme>
    <a:fmtScheme name="AccentBox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F4FE582F-5DDE-4E50-A331-B77FB79D7361}" vid="{42624B42-66F4-4B9A-A3DB-EB561F16279A}"/>
    </a:ext>
  </a:extLst>
</a:theme>
</file>

<file path=ppt/theme/theme2.xml><?xml version="1.0" encoding="utf-8"?>
<a:theme xmlns:a="http://schemas.openxmlformats.org/drawingml/2006/main" name="Experiencia naranja">
  <a:themeElements>
    <a:clrScheme name="Orange Experience">
      <a:dk1>
        <a:srgbClr val="131313"/>
      </a:dk1>
      <a:lt1>
        <a:sysClr val="window" lastClr="FFFFFF"/>
      </a:lt1>
      <a:dk2>
        <a:srgbClr val="444742"/>
      </a:dk2>
      <a:lt2>
        <a:srgbClr val="EDECE9"/>
      </a:lt2>
      <a:accent1>
        <a:srgbClr val="ED6845"/>
      </a:accent1>
      <a:accent2>
        <a:srgbClr val="F48A56"/>
      </a:accent2>
      <a:accent3>
        <a:srgbClr val="9FA295"/>
      </a:accent3>
      <a:accent4>
        <a:srgbClr val="5B6E74"/>
      </a:accent4>
      <a:accent5>
        <a:srgbClr val="6E7868"/>
      </a:accent5>
      <a:accent6>
        <a:srgbClr val="A1AAAA"/>
      </a:accent6>
      <a:hlink>
        <a:srgbClr val="F05814"/>
      </a:hlink>
      <a:folHlink>
        <a:srgbClr val="E99401"/>
      </a:folHlink>
    </a:clrScheme>
    <a:fontScheme name="Custom 40">
      <a:majorFont>
        <a:latin typeface="Oswald SemiBold"/>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rangeExperience" id="{F3C6FDEA-AE41-472D-8E81-2DA7CC66D099}" vid="{5D82712B-855B-4627-96FB-F7C927B9DD9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2626</Words>
  <Application>Microsoft Office PowerPoint</Application>
  <PresentationFormat>Panorámica</PresentationFormat>
  <Paragraphs>284</Paragraphs>
  <Slides>15</Slides>
  <Notes>8</Notes>
  <HiddenSlides>1</HiddenSlides>
  <MMClips>0</MMClips>
  <ScaleCrop>false</ScaleCrop>
  <HeadingPairs>
    <vt:vector size="4" baseType="variant">
      <vt:variant>
        <vt:lpstr>Tema</vt:lpstr>
      </vt:variant>
      <vt:variant>
        <vt:i4>2</vt:i4>
      </vt:variant>
      <vt:variant>
        <vt:lpstr>Títulos de diapositiva</vt:lpstr>
      </vt:variant>
      <vt:variant>
        <vt:i4>15</vt:i4>
      </vt:variant>
    </vt:vector>
  </HeadingPairs>
  <TitlesOfParts>
    <vt:vector size="17" baseType="lpstr">
      <vt:lpstr>AccentBoxVTI</vt:lpstr>
      <vt:lpstr>Experiencia naranja</vt:lpstr>
      <vt:lpstr>Presentación de PowerPoint</vt:lpstr>
      <vt:lpstr>Ingeniería de Software  Experiencia 1: Caso unilib Biblioteca</vt:lpstr>
      <vt:lpstr>Experiencia 1: Caso unilib Biblioteca</vt:lpstr>
      <vt:lpstr>Presentación de PowerPoint</vt:lpstr>
      <vt:lpstr>Presentación de PowerPoint</vt:lpstr>
      <vt:lpstr>Presentación de PowerPoint</vt:lpstr>
      <vt:lpstr>Definición del alcance del sistema</vt:lpstr>
      <vt:lpstr>usuarios del sistema</vt:lpstr>
      <vt:lpstr>Metodología de desarrollo seleccionada</vt:lpstr>
      <vt:lpstr>Requerimientos funcionales del sistema </vt:lpstr>
      <vt:lpstr>Requerimientos  no funcionales y de calidad</vt:lpstr>
      <vt:lpstr>Presentación de PowerPoint</vt:lpstr>
      <vt:lpstr>Mejoras propuestas y lecciones aprendidas</vt:lpstr>
      <vt:lpstr>Conclusión del caso Biblioteca</vt:lpstr>
      <vt:lpstr>Recomendaciones finales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elia.gonzalezg@profesor.duoc.cl</dc:creator>
  <cp:lastModifiedBy>Mallén González G</cp:lastModifiedBy>
  <cp:revision>617</cp:revision>
  <dcterms:modified xsi:type="dcterms:W3CDTF">2026-05-24T18:13:48Z</dcterms:modified>
</cp:coreProperties>
</file>